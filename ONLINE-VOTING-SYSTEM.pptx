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62" y="4381734"/>
            <a:ext cx="143269" cy="7010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2313" y="4384783"/>
            <a:ext cx="493822" cy="609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747960"/>
            <a:ext cx="10693400" cy="3658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1959" y="1164765"/>
            <a:ext cx="5390647" cy="487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184" y="2877832"/>
            <a:ext cx="23012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65">
                <a:solidFill>
                  <a:srgbClr val="827999"/>
                </a:solidFill>
                <a:latin typeface="Arial MT"/>
                <a:cs typeface="Arial MT"/>
              </a:rPr>
              <a:t>C </a:t>
            </a:r>
            <a:r>
              <a:rPr dirty="0" sz="750">
                <a:solidFill>
                  <a:srgbClr val="8982A1"/>
                </a:solidFill>
                <a:latin typeface="Arial MT"/>
                <a:cs typeface="Arial MT"/>
              </a:rPr>
              <a:t>0</a:t>
            </a:r>
            <a:r>
              <a:rPr dirty="0" sz="750" spc="-25">
                <a:solidFill>
                  <a:srgbClr val="8982A1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625B7B"/>
                </a:solidFill>
                <a:latin typeface="Arial MT"/>
                <a:cs typeface="Arial MT"/>
              </a:rPr>
              <a:t>RE</a:t>
            </a:r>
            <a:r>
              <a:rPr dirty="0" sz="750" spc="180">
                <a:solidFill>
                  <a:srgbClr val="625B7B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797090"/>
                </a:solidFill>
                <a:latin typeface="Arial MT"/>
                <a:cs typeface="Arial MT"/>
              </a:rPr>
              <a:t>JAVA</a:t>
            </a:r>
            <a:r>
              <a:rPr dirty="0" sz="750" spc="260">
                <a:solidFill>
                  <a:srgbClr val="797090"/>
                </a:solidFill>
                <a:latin typeface="Arial MT"/>
                <a:cs typeface="Arial MT"/>
              </a:rPr>
              <a:t>  </a:t>
            </a:r>
            <a:r>
              <a:rPr dirty="0" sz="750">
                <a:solidFill>
                  <a:srgbClr val="696482"/>
                </a:solidFill>
                <a:latin typeface="Arial MT"/>
                <a:cs typeface="Arial MT"/>
              </a:rPr>
              <a:t>0</a:t>
            </a:r>
            <a:r>
              <a:rPr dirty="0" sz="750" spc="-45">
                <a:solidFill>
                  <a:srgbClr val="696482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807B99"/>
                </a:solidFill>
                <a:latin typeface="Arial MT"/>
                <a:cs typeface="Arial MT"/>
              </a:rPr>
              <a:t>O</a:t>
            </a:r>
            <a:r>
              <a:rPr dirty="0" sz="750">
                <a:solidFill>
                  <a:srgbClr val="696482"/>
                </a:solidFill>
                <a:latin typeface="Arial MT"/>
                <a:cs typeface="Arial MT"/>
              </a:rPr>
              <a:t>P</a:t>
            </a:r>
            <a:r>
              <a:rPr dirty="0" sz="750" spc="254">
                <a:solidFill>
                  <a:srgbClr val="696482"/>
                </a:solidFill>
                <a:latin typeface="Arial MT"/>
                <a:cs typeface="Arial MT"/>
              </a:rPr>
              <a:t>  </a:t>
            </a:r>
            <a:r>
              <a:rPr dirty="0" sz="750" spc="-120">
                <a:solidFill>
                  <a:srgbClr val="75708E"/>
                </a:solidFill>
                <a:latin typeface="Arial MT"/>
                <a:cs typeface="Arial MT"/>
              </a:rPr>
              <a:t>C</a:t>
            </a:r>
            <a:r>
              <a:rPr dirty="0" sz="750" spc="-50">
                <a:solidFill>
                  <a:srgbClr val="75708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777290"/>
                </a:solidFill>
                <a:latin typeface="Arial MT"/>
                <a:cs typeface="Arial MT"/>
              </a:rPr>
              <a:t>0</a:t>
            </a:r>
            <a:r>
              <a:rPr dirty="0" sz="750" spc="95">
                <a:solidFill>
                  <a:srgbClr val="777290"/>
                </a:solidFill>
                <a:latin typeface="Arial MT"/>
                <a:cs typeface="Arial MT"/>
              </a:rPr>
              <a:t> </a:t>
            </a:r>
            <a:r>
              <a:rPr dirty="0" sz="750" spc="-65">
                <a:solidFill>
                  <a:srgbClr val="5D5977"/>
                </a:solidFill>
                <a:latin typeface="Arial MT"/>
                <a:cs typeface="Arial MT"/>
              </a:rPr>
              <a:t>N</a:t>
            </a:r>
            <a:r>
              <a:rPr dirty="0" sz="750" spc="-95">
                <a:solidFill>
                  <a:srgbClr val="5D5977"/>
                </a:solidFill>
                <a:latin typeface="Arial MT"/>
                <a:cs typeface="Arial MT"/>
              </a:rPr>
              <a:t> </a:t>
            </a:r>
            <a:r>
              <a:rPr dirty="0" sz="750" spc="-60">
                <a:solidFill>
                  <a:srgbClr val="85809E"/>
                </a:solidFill>
                <a:latin typeface="Arial MT"/>
                <a:cs typeface="Arial MT"/>
              </a:rPr>
              <a:t>S</a:t>
            </a:r>
            <a:r>
              <a:rPr dirty="0" sz="750" spc="-120">
                <a:solidFill>
                  <a:srgbClr val="85809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605B79"/>
                </a:solidFill>
                <a:latin typeface="Arial MT"/>
                <a:cs typeface="Arial MT"/>
              </a:rPr>
              <a:t>0</a:t>
            </a:r>
            <a:r>
              <a:rPr dirty="0" sz="750" spc="10">
                <a:solidFill>
                  <a:srgbClr val="605B79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676280"/>
                </a:solidFill>
                <a:latin typeface="Arial MT"/>
                <a:cs typeface="Arial MT"/>
              </a:rPr>
              <a:t>LE</a:t>
            </a:r>
            <a:r>
              <a:rPr dirty="0" sz="750" spc="195">
                <a:solidFill>
                  <a:srgbClr val="676280"/>
                </a:solidFill>
                <a:latin typeface="Arial MT"/>
                <a:cs typeface="Arial MT"/>
              </a:rPr>
              <a:t> </a:t>
            </a:r>
            <a:r>
              <a:rPr dirty="0" sz="750" spc="-80">
                <a:solidFill>
                  <a:srgbClr val="565672"/>
                </a:solidFill>
                <a:latin typeface="Arial MT"/>
                <a:cs typeface="Arial MT"/>
              </a:rPr>
              <a:t>A</a:t>
            </a:r>
            <a:r>
              <a:rPr dirty="0" sz="750" spc="-65">
                <a:solidFill>
                  <a:srgbClr val="565672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565672"/>
                </a:solidFill>
                <a:latin typeface="Arial MT"/>
                <a:cs typeface="Arial MT"/>
              </a:rPr>
              <a:t>P</a:t>
            </a:r>
            <a:r>
              <a:rPr dirty="0" sz="750">
                <a:solidFill>
                  <a:srgbClr val="797995"/>
                </a:solidFill>
                <a:latin typeface="Arial MT"/>
                <a:cs typeface="Arial MT"/>
              </a:rPr>
              <a:t>P</a:t>
            </a:r>
            <a:r>
              <a:rPr dirty="0" sz="750">
                <a:solidFill>
                  <a:srgbClr val="70708C"/>
                </a:solidFill>
                <a:latin typeface="Arial MT"/>
                <a:cs typeface="Arial MT"/>
              </a:rPr>
              <a:t>LI</a:t>
            </a:r>
            <a:r>
              <a:rPr dirty="0" sz="750" spc="-10">
                <a:solidFill>
                  <a:srgbClr val="70708C"/>
                </a:solidFill>
                <a:latin typeface="Arial MT"/>
                <a:cs typeface="Arial MT"/>
              </a:rPr>
              <a:t> </a:t>
            </a:r>
            <a:r>
              <a:rPr dirty="0" sz="750" spc="-65">
                <a:solidFill>
                  <a:srgbClr val="6B6B87"/>
                </a:solidFill>
                <a:latin typeface="Arial MT"/>
                <a:cs typeface="Arial MT"/>
              </a:rPr>
              <a:t>C</a:t>
            </a:r>
            <a:r>
              <a:rPr dirty="0" sz="750" spc="-80">
                <a:solidFill>
                  <a:srgbClr val="6B6B87"/>
                </a:solidFill>
                <a:latin typeface="Arial MT"/>
                <a:cs typeface="Arial MT"/>
              </a:rPr>
              <a:t> </a:t>
            </a:r>
            <a:r>
              <a:rPr dirty="0" sz="750" spc="-40">
                <a:solidFill>
                  <a:srgbClr val="676782"/>
                </a:solidFill>
                <a:latin typeface="Arial MT"/>
                <a:cs typeface="Arial MT"/>
              </a:rPr>
              <a:t>AT</a:t>
            </a:r>
            <a:r>
              <a:rPr dirty="0" sz="750" spc="-90">
                <a:solidFill>
                  <a:srgbClr val="676782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7C7C99"/>
                </a:solidFill>
                <a:latin typeface="Arial MT"/>
                <a:cs typeface="Arial MT"/>
              </a:rPr>
              <a:t>IO</a:t>
            </a:r>
            <a:r>
              <a:rPr dirty="0" sz="750" spc="-25">
                <a:solidFill>
                  <a:srgbClr val="4D4D69"/>
                </a:solidFill>
                <a:latin typeface="Arial MT"/>
                <a:cs typeface="Arial MT"/>
              </a:rPr>
              <a:t>N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4544" y="2864323"/>
            <a:ext cx="3703320" cy="833119"/>
          </a:xfrm>
          <a:prstGeom prst="rect"/>
        </p:spPr>
        <p:txBody>
          <a:bodyPr wrap="square" lIns="0" tIns="174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700" spc="-10">
                <a:solidFill>
                  <a:srgbClr val="161616"/>
                </a:solidFill>
                <a:latin typeface="Arial MT"/>
                <a:cs typeface="Arial MT"/>
              </a:rPr>
              <a:t>Online</a:t>
            </a:r>
            <a:r>
              <a:rPr dirty="0" sz="2700" spc="-10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161616"/>
                </a:solidFill>
                <a:latin typeface="Arial MT"/>
                <a:cs typeface="Arial MT"/>
              </a:rPr>
              <a:t>Voting</a:t>
            </a:r>
            <a:r>
              <a:rPr dirty="0" sz="2700" spc="-14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131313"/>
                </a:solidFill>
                <a:latin typeface="Arial MT"/>
                <a:cs typeface="Arial MT"/>
              </a:rPr>
              <a:t>System</a:t>
            </a:r>
            <a:endParaRPr sz="27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520"/>
              </a:spcBef>
            </a:pPr>
            <a:r>
              <a:rPr dirty="0" sz="1100" spc="-190">
                <a:solidFill>
                  <a:srgbClr val="423B5B"/>
                </a:solidFill>
                <a:latin typeface="Arial MT"/>
                <a:cs typeface="Arial MT"/>
              </a:rPr>
              <a:t>A</a:t>
            </a:r>
            <a:r>
              <a:rPr dirty="0" sz="1100">
                <a:solidFill>
                  <a:srgbClr val="423B5B"/>
                </a:solidFill>
                <a:latin typeface="Arial MT"/>
                <a:cs typeface="Arial MT"/>
              </a:rPr>
              <a:t> </a:t>
            </a:r>
            <a:r>
              <a:rPr dirty="0" sz="1100" spc="-80">
                <a:solidFill>
                  <a:srgbClr val="5B5675"/>
                </a:solidFill>
                <a:latin typeface="Arial MT"/>
                <a:cs typeface="Arial MT"/>
              </a:rPr>
              <a:t>console-</a:t>
            </a:r>
            <a:r>
              <a:rPr dirty="0" sz="1100" spc="-65">
                <a:solidFill>
                  <a:srgbClr val="5B5675"/>
                </a:solidFill>
                <a:latin typeface="Arial MT"/>
                <a:cs typeface="Arial MT"/>
              </a:rPr>
              <a:t>Dased</a:t>
            </a:r>
            <a:r>
              <a:rPr dirty="0" sz="1100" spc="-10">
                <a:solidFill>
                  <a:srgbClr val="5B5675"/>
                </a:solidFill>
                <a:latin typeface="Arial MT"/>
                <a:cs typeface="Arial MT"/>
              </a:rPr>
              <a:t> </a:t>
            </a:r>
            <a:r>
              <a:rPr dirty="0" sz="1100" spc="-65">
                <a:solidFill>
                  <a:srgbClr val="464646"/>
                </a:solidFill>
                <a:latin typeface="Arial MT"/>
                <a:cs typeface="Arial MT"/>
              </a:rPr>
              <a:t>simulation</a:t>
            </a:r>
            <a:r>
              <a:rPr dirty="0" sz="1100" spc="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65672"/>
                </a:solidFill>
                <a:latin typeface="Arial MT"/>
                <a:cs typeface="Arial MT"/>
              </a:rPr>
              <a:t>of</a:t>
            </a:r>
            <a:r>
              <a:rPr dirty="0" sz="1100" spc="10">
                <a:solidFill>
                  <a:srgbClr val="565672"/>
                </a:solidFill>
                <a:latin typeface="Arial MT"/>
                <a:cs typeface="Arial MT"/>
              </a:rPr>
              <a:t> </a:t>
            </a:r>
            <a:r>
              <a:rPr dirty="0" sz="1100" spc="-185">
                <a:solidFill>
                  <a:srgbClr val="565774"/>
                </a:solidFill>
                <a:latin typeface="Arial MT"/>
                <a:cs typeface="Arial MT"/>
              </a:rPr>
              <a:t>a</a:t>
            </a:r>
            <a:r>
              <a:rPr dirty="0" sz="1100" spc="80">
                <a:solidFill>
                  <a:srgbClr val="565774"/>
                </a:solidFill>
                <a:latin typeface="Arial MT"/>
                <a:cs typeface="Arial MT"/>
              </a:rPr>
              <a:t> </a:t>
            </a:r>
            <a:r>
              <a:rPr dirty="0" sz="1100" spc="-60">
                <a:solidFill>
                  <a:srgbClr val="565672"/>
                </a:solidFill>
                <a:latin typeface="Arial MT"/>
                <a:cs typeface="Arial MT"/>
              </a:rPr>
              <a:t>secure</a:t>
            </a:r>
            <a:r>
              <a:rPr dirty="0" sz="1100" spc="40">
                <a:solidFill>
                  <a:srgbClr val="565672"/>
                </a:solidFill>
                <a:latin typeface="Arial MT"/>
                <a:cs typeface="Arial MT"/>
              </a:rPr>
              <a:t> </a:t>
            </a:r>
            <a:r>
              <a:rPr dirty="0" sz="1100" spc="-90">
                <a:solidFill>
                  <a:srgbClr val="5B5B77"/>
                </a:solidFill>
                <a:latin typeface="Arial MT"/>
                <a:cs typeface="Arial MT"/>
              </a:rPr>
              <a:t>and</a:t>
            </a:r>
            <a:r>
              <a:rPr dirty="0" sz="1100" spc="-20">
                <a:solidFill>
                  <a:srgbClr val="5B5B77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4B4B67"/>
                </a:solidFill>
                <a:latin typeface="Arial MT"/>
                <a:cs typeface="Arial MT"/>
              </a:rPr>
              <a:t>fair</a:t>
            </a:r>
            <a:r>
              <a:rPr dirty="0" sz="1100" spc="-5">
                <a:solidFill>
                  <a:srgbClr val="4B4B67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solidFill>
                  <a:srgbClr val="494F69"/>
                </a:solidFill>
                <a:latin typeface="Arial MT"/>
                <a:cs typeface="Arial MT"/>
              </a:rPr>
              <a:t>electoral</a:t>
            </a:r>
            <a:r>
              <a:rPr dirty="0" sz="1100" spc="-20">
                <a:solidFill>
                  <a:srgbClr val="494F6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94F69"/>
                </a:solidFill>
                <a:latin typeface="Arial MT"/>
                <a:cs typeface="Arial MT"/>
              </a:rPr>
              <a:t>process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559" y="4320910"/>
            <a:ext cx="1471930" cy="33845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650" spc="-35">
                <a:solidFill>
                  <a:srgbClr val="726E97"/>
                </a:solidFill>
                <a:latin typeface="Arial MT"/>
                <a:cs typeface="Arial MT"/>
              </a:rPr>
              <a:t>P</a:t>
            </a:r>
            <a:r>
              <a:rPr dirty="0" sz="650" spc="-35">
                <a:solidFill>
                  <a:srgbClr val="646289"/>
                </a:solidFill>
                <a:latin typeface="Arial MT"/>
                <a:cs typeface="Arial MT"/>
              </a:rPr>
              <a:t>R</a:t>
            </a:r>
            <a:r>
              <a:rPr dirty="0" sz="650" spc="-80">
                <a:solidFill>
                  <a:srgbClr val="646289"/>
                </a:solidFill>
                <a:latin typeface="Arial MT"/>
                <a:cs typeface="Arial MT"/>
              </a:rPr>
              <a:t> </a:t>
            </a:r>
            <a:r>
              <a:rPr dirty="0" sz="650" spc="-95">
                <a:solidFill>
                  <a:srgbClr val="6D6D93"/>
                </a:solidFill>
                <a:latin typeface="Arial MT"/>
                <a:cs typeface="Arial MT"/>
              </a:rPr>
              <a:t>E</a:t>
            </a:r>
            <a:r>
              <a:rPr dirty="0" sz="650" spc="-30">
                <a:solidFill>
                  <a:srgbClr val="6D6D93"/>
                </a:solidFill>
                <a:latin typeface="Arial MT"/>
                <a:cs typeface="Arial MT"/>
              </a:rPr>
              <a:t> </a:t>
            </a:r>
            <a:r>
              <a:rPr dirty="0" sz="650" spc="-60">
                <a:solidFill>
                  <a:srgbClr val="7C7EA7"/>
                </a:solidFill>
                <a:latin typeface="Arial MT"/>
                <a:cs typeface="Arial MT"/>
              </a:rPr>
              <a:t>S</a:t>
            </a:r>
            <a:r>
              <a:rPr dirty="0" sz="650" spc="-110">
                <a:solidFill>
                  <a:srgbClr val="7C7EA7"/>
                </a:solidFill>
                <a:latin typeface="Arial MT"/>
                <a:cs typeface="Arial MT"/>
              </a:rPr>
              <a:t> </a:t>
            </a:r>
            <a:r>
              <a:rPr dirty="0" sz="650" spc="-95">
                <a:solidFill>
                  <a:srgbClr val="67678E"/>
                </a:solidFill>
                <a:latin typeface="Arial MT"/>
                <a:cs typeface="Arial MT"/>
              </a:rPr>
              <a:t>E</a:t>
            </a:r>
            <a:r>
              <a:rPr dirty="0" sz="650" spc="-100">
                <a:solidFill>
                  <a:srgbClr val="67678E"/>
                </a:solidFill>
                <a:latin typeface="Arial MT"/>
                <a:cs typeface="Arial MT"/>
              </a:rPr>
              <a:t> </a:t>
            </a:r>
            <a:r>
              <a:rPr dirty="0" sz="650" spc="-95">
                <a:solidFill>
                  <a:srgbClr val="545279"/>
                </a:solidFill>
                <a:latin typeface="Arial MT"/>
                <a:cs typeface="Arial MT"/>
              </a:rPr>
              <a:t>N</a:t>
            </a:r>
            <a:r>
              <a:rPr dirty="0" sz="650" spc="45">
                <a:solidFill>
                  <a:srgbClr val="545279"/>
                </a:solidFill>
                <a:latin typeface="Arial MT"/>
                <a:cs typeface="Arial MT"/>
              </a:rPr>
              <a:t> </a:t>
            </a:r>
            <a:r>
              <a:rPr dirty="0" sz="650" spc="-55">
                <a:solidFill>
                  <a:srgbClr val="5D5B82"/>
                </a:solidFill>
                <a:latin typeface="Arial MT"/>
                <a:cs typeface="Arial MT"/>
              </a:rPr>
              <a:t>T</a:t>
            </a:r>
            <a:r>
              <a:rPr dirty="0" sz="650" spc="-95">
                <a:solidFill>
                  <a:srgbClr val="5D5B82"/>
                </a:solidFill>
                <a:latin typeface="Arial MT"/>
                <a:cs typeface="Arial MT"/>
              </a:rPr>
              <a:t> </a:t>
            </a:r>
            <a:r>
              <a:rPr dirty="0" sz="650" spc="-95">
                <a:solidFill>
                  <a:srgbClr val="706E97"/>
                </a:solidFill>
                <a:latin typeface="Arial MT"/>
                <a:cs typeface="Arial MT"/>
              </a:rPr>
              <a:t>E</a:t>
            </a:r>
            <a:r>
              <a:rPr dirty="0" sz="650" spc="-80">
                <a:solidFill>
                  <a:srgbClr val="706E97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8280A5"/>
                </a:solidFill>
                <a:latin typeface="Arial MT"/>
                <a:cs typeface="Arial MT"/>
              </a:rPr>
              <a:t>0</a:t>
            </a:r>
            <a:r>
              <a:rPr dirty="0" sz="650" spc="240">
                <a:solidFill>
                  <a:srgbClr val="8280A5"/>
                </a:solidFill>
                <a:latin typeface="Arial MT"/>
                <a:cs typeface="Arial MT"/>
              </a:rPr>
              <a:t> </a:t>
            </a:r>
            <a:r>
              <a:rPr dirty="0" sz="650" spc="-40">
                <a:solidFill>
                  <a:srgbClr val="7C7CA5"/>
                </a:solidFill>
                <a:latin typeface="Arial MT"/>
                <a:cs typeface="Arial MT"/>
              </a:rPr>
              <a:t>B</a:t>
            </a:r>
            <a:r>
              <a:rPr dirty="0" sz="650" spc="-65">
                <a:solidFill>
                  <a:srgbClr val="7C7CA5"/>
                </a:solidFill>
                <a:latin typeface="Arial MT"/>
                <a:cs typeface="Arial MT"/>
              </a:rPr>
              <a:t> </a:t>
            </a:r>
            <a:r>
              <a:rPr dirty="0" sz="650" spc="-50">
                <a:solidFill>
                  <a:srgbClr val="5D5B89"/>
                </a:solidFill>
                <a:latin typeface="Arial MT"/>
                <a:cs typeface="Arial MT"/>
              </a:rPr>
              <a:t>Y</a:t>
            </a:r>
            <a:endParaRPr sz="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050">
                <a:solidFill>
                  <a:srgbClr val="111111"/>
                </a:solidFill>
                <a:latin typeface="Arial MT"/>
                <a:cs typeface="Arial MT"/>
              </a:rPr>
              <a:t>Sudhanshu</a:t>
            </a:r>
            <a:r>
              <a:rPr dirty="0" sz="1050" spc="3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Arial MT"/>
                <a:cs typeface="Arial MT"/>
              </a:rPr>
              <a:t>Deshmukh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3622" y="4473427"/>
            <a:ext cx="10591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0F0F0F"/>
                </a:solidFill>
                <a:latin typeface="Arial MT"/>
                <a:cs typeface="Arial MT"/>
              </a:rPr>
              <a:t>Santanu</a:t>
            </a:r>
            <a:r>
              <a:rPr dirty="0" sz="1050" spc="1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151515"/>
                </a:solidFill>
                <a:latin typeface="Arial MT"/>
                <a:cs typeface="Arial MT"/>
              </a:rPr>
              <a:t>Sasmal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42661"/>
            <a:ext cx="10693400" cy="6293485"/>
            <a:chOff x="0" y="442661"/>
            <a:chExt cx="10693400" cy="6293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42661"/>
              <a:ext cx="10693400" cy="3841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200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0779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1262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615668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658345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289" y="6732716"/>
              <a:ext cx="10675620" cy="3175"/>
            </a:xfrm>
            <a:custGeom>
              <a:avLst/>
              <a:gdLst/>
              <a:ahLst/>
              <a:cxnLst/>
              <a:rect l="l" t="t" r="r" b="b"/>
              <a:pathLst>
                <a:path w="10675620" h="3175">
                  <a:moveTo>
                    <a:pt x="10674096" y="3048"/>
                  </a:moveTo>
                  <a:lnTo>
                    <a:pt x="0" y="3048"/>
                  </a:lnTo>
                  <a:lnTo>
                    <a:pt x="0" y="0"/>
                  </a:lnTo>
                  <a:lnTo>
                    <a:pt x="10674096" y="0"/>
                  </a:lnTo>
                  <a:lnTo>
                    <a:pt x="10674096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36418" y="3551100"/>
              <a:ext cx="3655060" cy="0"/>
            </a:xfrm>
            <a:custGeom>
              <a:avLst/>
              <a:gdLst/>
              <a:ahLst/>
              <a:cxnLst/>
              <a:rect l="l" t="t" r="r" b="b"/>
              <a:pathLst>
                <a:path w="3655060" h="0">
                  <a:moveTo>
                    <a:pt x="0" y="0"/>
                  </a:moveTo>
                  <a:lnTo>
                    <a:pt x="3654899" y="0"/>
                  </a:lnTo>
                </a:path>
              </a:pathLst>
            </a:custGeom>
            <a:ln w="1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83198" y="3551100"/>
              <a:ext cx="3630929" cy="0"/>
            </a:xfrm>
            <a:custGeom>
              <a:avLst/>
              <a:gdLst/>
              <a:ahLst/>
              <a:cxnLst/>
              <a:rect l="l" t="t" r="r" b="b"/>
              <a:pathLst>
                <a:path w="3630929" h="0">
                  <a:moveTo>
                    <a:pt x="0" y="0"/>
                  </a:moveTo>
                  <a:lnTo>
                    <a:pt x="3630512" y="0"/>
                  </a:lnTo>
                </a:path>
              </a:pathLst>
            </a:custGeom>
            <a:ln w="1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161616"/>
                </a:solidFill>
              </a:rPr>
              <a:t>Project</a:t>
            </a:r>
            <a:r>
              <a:rPr dirty="0" sz="2800" spc="350">
                <a:solidFill>
                  <a:srgbClr val="161616"/>
                </a:solidFill>
              </a:rPr>
              <a:t> </a:t>
            </a:r>
            <a:r>
              <a:rPr dirty="0" sz="2800" spc="-10">
                <a:solidFill>
                  <a:srgbClr val="111111"/>
                </a:solidFill>
              </a:rPr>
              <a:t>Introduction</a:t>
            </a:r>
            <a:endParaRPr sz="2800"/>
          </a:p>
        </p:txBody>
      </p:sp>
      <p:sp>
        <p:nvSpPr>
          <p:cNvPr id="13" name="object 13"/>
          <p:cNvSpPr txBox="1"/>
          <p:nvPr/>
        </p:nvSpPr>
        <p:spPr>
          <a:xfrm>
            <a:off x="1004607" y="2804348"/>
            <a:ext cx="3803015" cy="158623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955"/>
              </a:spcBef>
            </a:pPr>
            <a:r>
              <a:rPr dirty="0" sz="1600" spc="-10">
                <a:solidFill>
                  <a:srgbClr val="495295"/>
                </a:solidFill>
                <a:latin typeface="Calibri"/>
                <a:cs typeface="Calibri"/>
              </a:rPr>
              <a:t>Stepl</a:t>
            </a:r>
            <a:endParaRPr sz="16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775"/>
              </a:spcBef>
            </a:pPr>
            <a:r>
              <a:rPr dirty="0" sz="1450">
                <a:solidFill>
                  <a:srgbClr val="161616"/>
                </a:solidFill>
                <a:latin typeface="Calibri"/>
                <a:cs typeface="Calibri"/>
              </a:rPr>
              <a:t>System</a:t>
            </a:r>
            <a:r>
              <a:rPr dirty="0" sz="1450" spc="2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31313"/>
                </a:solidFill>
                <a:latin typeface="Calibri"/>
                <a:cs typeface="Calibri"/>
              </a:rPr>
              <a:t>Purpose</a:t>
            </a:r>
            <a:r>
              <a:rPr dirty="0" sz="1450" spc="7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1616"/>
                </a:solidFill>
                <a:latin typeface="Calibri"/>
                <a:cs typeface="Calibri"/>
              </a:rPr>
              <a:t>6</a:t>
            </a:r>
            <a:r>
              <a:rPr dirty="0" sz="1450" spc="409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450" spc="45">
                <a:solidFill>
                  <a:srgbClr val="111111"/>
                </a:solidFill>
                <a:latin typeface="Calibri"/>
                <a:cs typeface="Calibri"/>
              </a:rPr>
              <a:t>Scope</a:t>
            </a:r>
            <a:endParaRPr sz="1450">
              <a:latin typeface="Calibri"/>
              <a:cs typeface="Calibri"/>
            </a:endParaRPr>
          </a:p>
          <a:p>
            <a:pPr marL="12700" marR="5080" indent="-635">
              <a:lnSpc>
                <a:spcPct val="112500"/>
              </a:lnSpc>
              <a:spcBef>
                <a:spcPts val="785"/>
              </a:spcBef>
              <a:tabLst>
                <a:tab pos="863600" algn="l"/>
              </a:tabLst>
            </a:pPr>
            <a:r>
              <a:rPr dirty="0" sz="1150" spc="70">
                <a:solidFill>
                  <a:srgbClr val="8777A5"/>
                </a:solidFill>
                <a:latin typeface="Calibri"/>
                <a:cs typeface="Calibri"/>
              </a:rPr>
              <a:t>Console-</a:t>
            </a:r>
            <a:r>
              <a:rPr dirty="0" sz="1150" spc="75">
                <a:solidFill>
                  <a:srgbClr val="8777A5"/>
                </a:solidFill>
                <a:latin typeface="Calibri"/>
                <a:cs typeface="Calibri"/>
              </a:rPr>
              <a:t>based</a:t>
            </a:r>
            <a:r>
              <a:rPr dirty="0" sz="1150" spc="270">
                <a:solidFill>
                  <a:srgbClr val="8777A5"/>
                </a:solidFill>
                <a:latin typeface="Calibri"/>
                <a:cs typeface="Calibri"/>
              </a:rPr>
              <a:t> </a:t>
            </a:r>
            <a:r>
              <a:rPr dirty="0" sz="1150" spc="110">
                <a:solidFill>
                  <a:srgbClr val="605D8E"/>
                </a:solidFill>
                <a:latin typeface="Calibri"/>
                <a:cs typeface="Calibri"/>
              </a:rPr>
              <a:t>Java</a:t>
            </a:r>
            <a:r>
              <a:rPr dirty="0" sz="1150" spc="160">
                <a:solidFill>
                  <a:srgbClr val="605D8E"/>
                </a:solidFill>
                <a:latin typeface="Calibri"/>
                <a:cs typeface="Calibri"/>
              </a:rPr>
              <a:t> </a:t>
            </a:r>
            <a:r>
              <a:rPr dirty="0" sz="1150" spc="55">
                <a:solidFill>
                  <a:srgbClr val="69678E"/>
                </a:solidFill>
                <a:latin typeface="Calibri"/>
                <a:cs typeface="Calibri"/>
              </a:rPr>
              <a:t>system</a:t>
            </a:r>
            <a:r>
              <a:rPr dirty="0" sz="1150" spc="180">
                <a:solidFill>
                  <a:srgbClr val="69678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8589B1"/>
                </a:solidFill>
                <a:latin typeface="Calibri"/>
                <a:cs typeface="Calibri"/>
              </a:rPr>
              <a:t>simulates</a:t>
            </a:r>
            <a:r>
              <a:rPr dirty="0" sz="1150" spc="215">
                <a:solidFill>
                  <a:srgbClr val="8589B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7477A3"/>
                </a:solidFill>
                <a:latin typeface="Calibri"/>
                <a:cs typeface="Calibri"/>
              </a:rPr>
              <a:t>secure,</a:t>
            </a:r>
            <a:r>
              <a:rPr dirty="0" sz="1150" spc="170">
                <a:solidFill>
                  <a:srgbClr val="7477A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79A1"/>
                </a:solidFill>
                <a:latin typeface="Calibri"/>
                <a:cs typeface="Calibri"/>
              </a:rPr>
              <a:t>fair</a:t>
            </a:r>
            <a:r>
              <a:rPr dirty="0" sz="1150" spc="280">
                <a:solidFill>
                  <a:srgbClr val="6D79A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65E83"/>
                </a:solidFill>
                <a:latin typeface="Calibri"/>
                <a:cs typeface="Calibri"/>
              </a:rPr>
              <a:t>voting; </a:t>
            </a:r>
            <a:r>
              <a:rPr dirty="0" sz="1150" spc="100">
                <a:solidFill>
                  <a:srgbClr val="5B4D79"/>
                </a:solidFill>
                <a:latin typeface="Calibri"/>
                <a:cs typeface="Calibri"/>
              </a:rPr>
              <a:t>manages</a:t>
            </a:r>
            <a:r>
              <a:rPr dirty="0" sz="1150" spc="45">
                <a:solidFill>
                  <a:srgbClr val="5B4D79"/>
                </a:solidFill>
                <a:latin typeface="Calibri"/>
                <a:cs typeface="Calibri"/>
              </a:rPr>
              <a:t> </a:t>
            </a:r>
            <a:r>
              <a:rPr dirty="0" sz="1150" spc="50">
                <a:solidFill>
                  <a:srgbClr val="8982AC"/>
                </a:solidFill>
                <a:latin typeface="Calibri"/>
                <a:cs typeface="Calibri"/>
              </a:rPr>
              <a:t>candiaotes,</a:t>
            </a:r>
            <a:r>
              <a:rPr dirty="0" sz="1150" spc="145">
                <a:solidFill>
                  <a:srgbClr val="8982A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D8C"/>
                </a:solidFill>
                <a:latin typeface="Calibri"/>
                <a:cs typeface="Calibri"/>
              </a:rPr>
              <a:t>voters,</a:t>
            </a:r>
            <a:r>
              <a:rPr dirty="0" sz="1150" spc="110">
                <a:solidFill>
                  <a:srgbClr val="595D8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95"/>
                </a:solidFill>
                <a:latin typeface="Calibri"/>
                <a:cs typeface="Calibri"/>
              </a:rPr>
              <a:t>vote</a:t>
            </a:r>
            <a:r>
              <a:rPr dirty="0" sz="1150" spc="80">
                <a:solidFill>
                  <a:srgbClr val="6B7095"/>
                </a:solidFill>
                <a:latin typeface="Calibri"/>
                <a:cs typeface="Calibri"/>
              </a:rPr>
              <a:t> </a:t>
            </a:r>
            <a:r>
              <a:rPr dirty="0" sz="1150" spc="50">
                <a:solidFill>
                  <a:srgbClr val="60648C"/>
                </a:solidFill>
                <a:latin typeface="Calibri"/>
                <a:cs typeface="Calibri"/>
              </a:rPr>
              <a:t>casting,</a:t>
            </a:r>
            <a:r>
              <a:rPr dirty="0" sz="1150" spc="65">
                <a:solidFill>
                  <a:srgbClr val="60648C"/>
                </a:solidFill>
                <a:latin typeface="Calibri"/>
                <a:cs typeface="Calibri"/>
              </a:rPr>
              <a:t> </a:t>
            </a:r>
            <a:r>
              <a:rPr dirty="0" sz="1150" spc="70">
                <a:solidFill>
                  <a:srgbClr val="384262"/>
                </a:solidFill>
                <a:latin typeface="Calibri"/>
                <a:cs typeface="Calibri"/>
              </a:rPr>
              <a:t>and</a:t>
            </a:r>
            <a:r>
              <a:rPr dirty="0" sz="1150" spc="110">
                <a:solidFill>
                  <a:srgbClr val="384262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4507B"/>
                </a:solidFill>
                <a:latin typeface="Calibri"/>
                <a:cs typeface="Calibri"/>
              </a:rPr>
              <a:t>result </a:t>
            </a:r>
            <a:r>
              <a:rPr dirty="0" sz="1150" spc="40">
                <a:solidFill>
                  <a:srgbClr val="5B4B7B"/>
                </a:solidFill>
                <a:latin typeface="Calibri"/>
                <a:cs typeface="Calibri"/>
              </a:rPr>
              <a:t>calculation</a:t>
            </a:r>
            <a:r>
              <a:rPr dirty="0" sz="1150">
                <a:solidFill>
                  <a:srgbClr val="5B4B7B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57567C"/>
                </a:solidFill>
                <a:latin typeface="Calibri"/>
                <a:cs typeface="Calibri"/>
              </a:rPr>
              <a:t>’ithin</a:t>
            </a:r>
            <a:r>
              <a:rPr dirty="0" sz="1150">
                <a:solidFill>
                  <a:srgbClr val="5D5B85"/>
                </a:solidFill>
                <a:latin typeface="Calibri"/>
                <a:cs typeface="Calibri"/>
              </a:rPr>
              <a:t>a</a:t>
            </a:r>
            <a:r>
              <a:rPr dirty="0" sz="1150" spc="215">
                <a:solidFill>
                  <a:srgbClr val="5D5B85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60628A"/>
                </a:solidFill>
                <a:latin typeface="Calibri"/>
                <a:cs typeface="Calibri"/>
              </a:rPr>
              <a:t>controlled,</a:t>
            </a:r>
            <a:r>
              <a:rPr dirty="0" sz="1150" spc="20">
                <a:solidFill>
                  <a:srgbClr val="60628A"/>
                </a:solidFill>
                <a:latin typeface="Calibri"/>
                <a:cs typeface="Calibri"/>
              </a:rPr>
              <a:t> </a:t>
            </a:r>
            <a:r>
              <a:rPr dirty="0" sz="1150" spc="55">
                <a:solidFill>
                  <a:srgbClr val="575B85"/>
                </a:solidFill>
                <a:latin typeface="Calibri"/>
                <a:cs typeface="Calibri"/>
              </a:rPr>
              <a:t>educational</a:t>
            </a:r>
            <a:r>
              <a:rPr dirty="0" sz="1150" spc="75">
                <a:solidFill>
                  <a:srgbClr val="575B8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3D4860"/>
                </a:solidFill>
                <a:latin typeface="Calibri"/>
                <a:cs typeface="Calibri"/>
              </a:rPr>
              <a:t>pi</a:t>
            </a:r>
            <a:r>
              <a:rPr dirty="0" sz="1150" spc="-145">
                <a:solidFill>
                  <a:srgbClr val="3D4860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3D4860"/>
                </a:solidFill>
                <a:latin typeface="Calibri"/>
                <a:cs typeface="Calibri"/>
              </a:rPr>
              <a:t>oject </a:t>
            </a:r>
            <a:r>
              <a:rPr dirty="0" sz="1150" spc="-10">
                <a:solidFill>
                  <a:srgbClr val="726490"/>
                </a:solidFill>
                <a:latin typeface="Calibri"/>
                <a:cs typeface="Calibri"/>
              </a:rPr>
              <a:t>environment.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41095" y="2807713"/>
            <a:ext cx="3816350" cy="158305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600" spc="-10">
                <a:solidFill>
                  <a:srgbClr val="415E9C"/>
                </a:solidFill>
                <a:latin typeface="Cambria"/>
                <a:cs typeface="Cambria"/>
              </a:rPr>
              <a:t>Step2</a:t>
            </a:r>
            <a:endParaRPr sz="1600">
              <a:latin typeface="Cambria"/>
              <a:cs typeface="Cambria"/>
            </a:endParaRPr>
          </a:p>
          <a:p>
            <a:pPr marL="19050">
              <a:lnSpc>
                <a:spcPct val="100000"/>
              </a:lnSpc>
              <a:spcBef>
                <a:spcPts val="755"/>
              </a:spcBef>
            </a:pPr>
            <a:r>
              <a:rPr dirty="0" sz="1450" spc="-45">
                <a:solidFill>
                  <a:srgbClr val="151515"/>
                </a:solidFill>
                <a:latin typeface="Arial MT"/>
                <a:cs typeface="Arial MT"/>
              </a:rPr>
              <a:t>Technology</a:t>
            </a:r>
            <a:r>
              <a:rPr dirty="0" sz="1450" spc="-3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450" spc="-80">
                <a:solidFill>
                  <a:srgbClr val="161616"/>
                </a:solidFill>
                <a:latin typeface="Arial MT"/>
                <a:cs typeface="Arial MT"/>
              </a:rPr>
              <a:t>Focus</a:t>
            </a:r>
            <a:r>
              <a:rPr dirty="0" sz="1450" spc="-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450" spc="-30">
                <a:solidFill>
                  <a:srgbClr val="161616"/>
                </a:solidFill>
                <a:latin typeface="Arial MT"/>
                <a:cs typeface="Arial MT"/>
              </a:rPr>
              <a:t>&amp;</a:t>
            </a:r>
            <a:r>
              <a:rPr dirty="0" sz="1450" spc="-8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1515"/>
                </a:solidFill>
                <a:latin typeface="Arial MT"/>
                <a:cs typeface="Arial MT"/>
              </a:rPr>
              <a:t>Audience</a:t>
            </a:r>
            <a:endParaRPr sz="1450">
              <a:latin typeface="Arial MT"/>
              <a:cs typeface="Arial MT"/>
            </a:endParaRPr>
          </a:p>
          <a:p>
            <a:pPr marL="22860" marR="5080" indent="-6350">
              <a:lnSpc>
                <a:spcPct val="112500"/>
              </a:lnSpc>
              <a:spcBef>
                <a:spcPts val="810"/>
              </a:spcBef>
            </a:pPr>
            <a:r>
              <a:rPr dirty="0" sz="1150" spc="60">
                <a:solidFill>
                  <a:srgbClr val="425675"/>
                </a:solidFill>
                <a:latin typeface="Calibri"/>
                <a:cs typeface="Calibri"/>
              </a:rPr>
              <a:t>Emphasizes</a:t>
            </a:r>
            <a:r>
              <a:rPr dirty="0" sz="1150" spc="150">
                <a:solidFill>
                  <a:srgbClr val="425675"/>
                </a:solidFill>
                <a:latin typeface="Calibri"/>
                <a:cs typeface="Calibri"/>
              </a:rPr>
              <a:t> </a:t>
            </a:r>
            <a:r>
              <a:rPr dirty="0" sz="1150" spc="55">
                <a:solidFill>
                  <a:srgbClr val="6982AF"/>
                </a:solidFill>
                <a:latin typeface="Calibri"/>
                <a:cs typeface="Calibri"/>
              </a:rPr>
              <a:t>Cote</a:t>
            </a:r>
            <a:r>
              <a:rPr dirty="0" sz="1150" spc="165">
                <a:solidFill>
                  <a:srgbClr val="6982AF"/>
                </a:solidFill>
                <a:latin typeface="Calibri"/>
                <a:cs typeface="Calibri"/>
              </a:rPr>
              <a:t> </a:t>
            </a:r>
            <a:r>
              <a:rPr dirty="0" sz="1150" spc="110">
                <a:solidFill>
                  <a:srgbClr val="7489B8"/>
                </a:solidFill>
                <a:latin typeface="Calibri"/>
                <a:cs typeface="Calibri"/>
              </a:rPr>
              <a:t>Java</a:t>
            </a:r>
            <a:r>
              <a:rPr dirty="0" sz="1150" spc="65">
                <a:solidFill>
                  <a:srgbClr val="7489B8"/>
                </a:solidFill>
                <a:latin typeface="Calibri"/>
                <a:cs typeface="Calibri"/>
              </a:rPr>
              <a:t> </a:t>
            </a:r>
            <a:r>
              <a:rPr dirty="0" sz="1150" spc="135">
                <a:solidFill>
                  <a:srgbClr val="667CA1"/>
                </a:solidFill>
                <a:latin typeface="Calibri"/>
                <a:cs typeface="Calibri"/>
              </a:rPr>
              <a:t>and</a:t>
            </a:r>
            <a:r>
              <a:rPr dirty="0" sz="1150" spc="-125">
                <a:solidFill>
                  <a:srgbClr val="667CA1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506B97"/>
                </a:solidFill>
                <a:latin typeface="Calibri"/>
                <a:cs typeface="Calibri"/>
              </a:rPr>
              <a:t>OOP</a:t>
            </a:r>
            <a:r>
              <a:rPr dirty="0" sz="1150" spc="90">
                <a:solidFill>
                  <a:srgbClr val="506B97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3F5D80"/>
                </a:solidFill>
                <a:latin typeface="Calibri"/>
                <a:cs typeface="Calibri"/>
              </a:rPr>
              <a:t>principles</a:t>
            </a:r>
            <a:r>
              <a:rPr dirty="0" sz="1150" spc="120">
                <a:solidFill>
                  <a:srgbClr val="3F5D80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345270"/>
                </a:solidFill>
                <a:latin typeface="Calibri"/>
                <a:cs typeface="Calibri"/>
              </a:rPr>
              <a:t>like</a:t>
            </a:r>
            <a:r>
              <a:rPr dirty="0" sz="1150" spc="40">
                <a:solidFill>
                  <a:srgbClr val="345270"/>
                </a:solidFill>
                <a:latin typeface="Calibri"/>
                <a:cs typeface="Calibri"/>
              </a:rPr>
              <a:t> </a:t>
            </a:r>
            <a:r>
              <a:rPr dirty="0" sz="1150" spc="45">
                <a:solidFill>
                  <a:srgbClr val="50709A"/>
                </a:solidFill>
                <a:latin typeface="Calibri"/>
                <a:cs typeface="Calibri"/>
              </a:rPr>
              <a:t>classes, </a:t>
            </a:r>
            <a:r>
              <a:rPr dirty="0" sz="1150">
                <a:solidFill>
                  <a:srgbClr val="7087AC"/>
                </a:solidFill>
                <a:latin typeface="Calibri"/>
                <a:cs typeface="Calibri"/>
              </a:rPr>
              <a:t>objects,</a:t>
            </a:r>
            <a:r>
              <a:rPr dirty="0" sz="1150" spc="155">
                <a:solidFill>
                  <a:srgbClr val="7087AC"/>
                </a:solidFill>
                <a:latin typeface="Calibri"/>
                <a:cs typeface="Calibri"/>
              </a:rPr>
              <a:t> </a:t>
            </a:r>
            <a:r>
              <a:rPr dirty="0" sz="1150" spc="50">
                <a:solidFill>
                  <a:srgbClr val="344D7B"/>
                </a:solidFill>
                <a:latin typeface="Calibri"/>
                <a:cs typeface="Calibri"/>
              </a:rPr>
              <a:t>encapsulation,</a:t>
            </a:r>
            <a:r>
              <a:rPr dirty="0" sz="1150" spc="80">
                <a:solidFill>
                  <a:srgbClr val="344D7B"/>
                </a:solidFill>
                <a:latin typeface="Calibri"/>
                <a:cs typeface="Calibri"/>
              </a:rPr>
              <a:t> </a:t>
            </a:r>
            <a:r>
              <a:rPr dirty="0" sz="1150" spc="65">
                <a:solidFill>
                  <a:srgbClr val="345079"/>
                </a:solidFill>
                <a:latin typeface="Calibri"/>
                <a:cs typeface="Calibri"/>
              </a:rPr>
              <a:t>and</a:t>
            </a:r>
            <a:r>
              <a:rPr dirty="0" sz="1150" spc="355">
                <a:solidFill>
                  <a:srgbClr val="34507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7790BF"/>
                </a:solidFill>
                <a:latin typeface="Calibri"/>
                <a:cs typeface="Calibri"/>
              </a:rPr>
              <a:t>inheritance,</a:t>
            </a:r>
            <a:r>
              <a:rPr dirty="0" sz="1150" spc="285">
                <a:solidFill>
                  <a:srgbClr val="7790B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66D93"/>
                </a:solidFill>
                <a:latin typeface="Calibri"/>
                <a:cs typeface="Calibri"/>
              </a:rPr>
              <a:t>targeting</a:t>
            </a:r>
            <a:r>
              <a:rPr dirty="0" sz="1150" spc="500">
                <a:solidFill>
                  <a:srgbClr val="466D93"/>
                </a:solidFill>
                <a:latin typeface="Calibri"/>
                <a:cs typeface="Calibri"/>
              </a:rPr>
              <a:t>  </a:t>
            </a:r>
            <a:r>
              <a:rPr dirty="0" sz="1150" spc="10">
                <a:solidFill>
                  <a:srgbClr val="4D6290"/>
                </a:solidFill>
                <a:latin typeface="Calibri"/>
                <a:cs typeface="Calibri"/>
              </a:rPr>
              <a:t>students</a:t>
            </a:r>
            <a:r>
              <a:rPr dirty="0" sz="1150" spc="195">
                <a:solidFill>
                  <a:srgbClr val="4D6290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425D89"/>
                </a:solidFill>
                <a:latin typeface="Calibri"/>
                <a:cs typeface="Calibri"/>
              </a:rPr>
              <a:t>learning</a:t>
            </a:r>
            <a:r>
              <a:rPr dirty="0" sz="1150" spc="434">
                <a:solidFill>
                  <a:srgbClr val="425D89"/>
                </a:solidFill>
                <a:latin typeface="Calibri"/>
                <a:cs typeface="Calibri"/>
              </a:rPr>
              <a:t> </a:t>
            </a:r>
            <a:r>
              <a:rPr dirty="0" sz="1150" spc="60">
                <a:solidFill>
                  <a:srgbClr val="2F4B7C"/>
                </a:solidFill>
                <a:latin typeface="Calibri"/>
                <a:cs typeface="Calibri"/>
              </a:rPr>
              <a:t>Java,</a:t>
            </a:r>
            <a:r>
              <a:rPr dirty="0" sz="1150" spc="185">
                <a:solidFill>
                  <a:srgbClr val="2F4B7C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496690"/>
                </a:solidFill>
                <a:latin typeface="Calibri"/>
                <a:cs typeface="Calibri"/>
              </a:rPr>
              <a:t>object-oriented</a:t>
            </a:r>
            <a:r>
              <a:rPr dirty="0" sz="1150" spc="215">
                <a:solidFill>
                  <a:srgbClr val="496690"/>
                </a:solidFill>
                <a:latin typeface="Calibri"/>
                <a:cs typeface="Calibri"/>
              </a:rPr>
              <a:t> </a:t>
            </a:r>
            <a:r>
              <a:rPr dirty="0" sz="1150" spc="45">
                <a:solidFill>
                  <a:srgbClr val="496B90"/>
                </a:solidFill>
                <a:latin typeface="Calibri"/>
                <a:cs typeface="Calibri"/>
              </a:rPr>
              <a:t>design,</a:t>
            </a:r>
            <a:r>
              <a:rPr dirty="0" sz="1150" spc="200">
                <a:solidFill>
                  <a:srgbClr val="496B90"/>
                </a:solidFill>
                <a:latin typeface="Calibri"/>
                <a:cs typeface="Calibri"/>
              </a:rPr>
              <a:t> </a:t>
            </a:r>
            <a:r>
              <a:rPr dirty="0" sz="1150" spc="60">
                <a:solidFill>
                  <a:srgbClr val="284D75"/>
                </a:solidFill>
                <a:latin typeface="Calibri"/>
                <a:cs typeface="Calibri"/>
              </a:rPr>
              <a:t>and</a:t>
            </a:r>
            <a:r>
              <a:rPr dirty="0" sz="1150" spc="295">
                <a:solidFill>
                  <a:srgbClr val="284D75"/>
                </a:solidFill>
                <a:latin typeface="Calibri"/>
                <a:cs typeface="Calibri"/>
              </a:rPr>
              <a:t> </a:t>
            </a:r>
            <a:r>
              <a:rPr dirty="0" sz="1150" spc="65">
                <a:solidFill>
                  <a:srgbClr val="44678E"/>
                </a:solidFill>
                <a:latin typeface="Calibri"/>
                <a:cs typeface="Calibri"/>
              </a:rPr>
              <a:t>basic </a:t>
            </a:r>
            <a:r>
              <a:rPr dirty="0" sz="1150">
                <a:solidFill>
                  <a:srgbClr val="566D97"/>
                </a:solidFill>
                <a:latin typeface="Calibri"/>
                <a:cs typeface="Calibri"/>
              </a:rPr>
              <a:t>software</a:t>
            </a:r>
            <a:r>
              <a:rPr dirty="0" sz="1150" spc="210">
                <a:solidFill>
                  <a:srgbClr val="566D97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6608C"/>
                </a:solidFill>
                <a:latin typeface="Calibri"/>
                <a:cs typeface="Calibri"/>
              </a:rPr>
              <a:t>ai</a:t>
            </a:r>
            <a:r>
              <a:rPr dirty="0" sz="1150" spc="85">
                <a:solidFill>
                  <a:srgbClr val="46608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783AC"/>
                </a:solidFill>
                <a:latin typeface="Calibri"/>
                <a:cs typeface="Calibri"/>
              </a:rPr>
              <a:t>clnitecture.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4164" y="2759889"/>
            <a:ext cx="4926036" cy="39027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442661"/>
            <a:ext cx="10693400" cy="6293485"/>
            <a:chOff x="0" y="442661"/>
            <a:chExt cx="10693400" cy="62934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42661"/>
              <a:ext cx="10693400" cy="3841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200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80C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0779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80C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1262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80C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22107" y="2384863"/>
              <a:ext cx="0" cy="3088640"/>
            </a:xfrm>
            <a:custGeom>
              <a:avLst/>
              <a:gdLst/>
              <a:ahLst/>
              <a:cxnLst/>
              <a:rect l="l" t="t" r="r" b="b"/>
              <a:pathLst>
                <a:path w="0" h="3088640">
                  <a:moveTo>
                    <a:pt x="0" y="30886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80C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305548" y="2384863"/>
              <a:ext cx="0" cy="3088640"/>
            </a:xfrm>
            <a:custGeom>
              <a:avLst/>
              <a:gdLst/>
              <a:ahLst/>
              <a:cxnLst/>
              <a:rect l="l" t="t" r="r" b="b"/>
              <a:pathLst>
                <a:path w="0" h="3088640">
                  <a:moveTo>
                    <a:pt x="0" y="30886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80C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823113" y="2384863"/>
              <a:ext cx="0" cy="3094990"/>
            </a:xfrm>
            <a:custGeom>
              <a:avLst/>
              <a:gdLst/>
              <a:ahLst/>
              <a:cxnLst/>
              <a:rect l="l" t="t" r="r" b="b"/>
              <a:pathLst>
                <a:path w="0" h="3094990">
                  <a:moveTo>
                    <a:pt x="0" y="30947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80C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615668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80C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658345" y="835978"/>
              <a:ext cx="0" cy="5882005"/>
            </a:xfrm>
            <a:custGeom>
              <a:avLst/>
              <a:gdLst/>
              <a:ahLst/>
              <a:cxnLst/>
              <a:rect l="l" t="t" r="r" b="b"/>
              <a:pathLst>
                <a:path w="0" h="5882005">
                  <a:moveTo>
                    <a:pt x="0" y="58814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80C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289" y="6732716"/>
              <a:ext cx="10675620" cy="3175"/>
            </a:xfrm>
            <a:custGeom>
              <a:avLst/>
              <a:gdLst/>
              <a:ahLst/>
              <a:cxnLst/>
              <a:rect l="l" t="t" r="r" b="b"/>
              <a:pathLst>
                <a:path w="10675620" h="3175">
                  <a:moveTo>
                    <a:pt x="10674096" y="3048"/>
                  </a:moveTo>
                  <a:lnTo>
                    <a:pt x="0" y="3048"/>
                  </a:lnTo>
                  <a:lnTo>
                    <a:pt x="0" y="0"/>
                  </a:lnTo>
                  <a:lnTo>
                    <a:pt x="10674096" y="0"/>
                  </a:lnTo>
                  <a:lnTo>
                    <a:pt x="10674096" y="3048"/>
                  </a:lnTo>
                  <a:close/>
                </a:path>
              </a:pathLst>
            </a:custGeom>
            <a:solidFill>
              <a:srgbClr val="080C1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4024" y="3747759"/>
              <a:ext cx="128028" cy="3597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" y="5196028"/>
              <a:ext cx="10684254" cy="210379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lmplementotion</a:t>
            </a:r>
            <a:r>
              <a:rPr dirty="0" spc="-160"/>
              <a:t> </a:t>
            </a:r>
            <a:r>
              <a:rPr dirty="0" spc="-95">
                <a:solidFill>
                  <a:srgbClr val="131313"/>
                </a:solidFill>
              </a:rPr>
              <a:t>Flow</a:t>
            </a:r>
            <a:r>
              <a:rPr dirty="0" spc="25">
                <a:solidFill>
                  <a:srgbClr val="131313"/>
                </a:solidFill>
              </a:rPr>
              <a:t> </a:t>
            </a:r>
            <a:r>
              <a:rPr dirty="0">
                <a:solidFill>
                  <a:srgbClr val="161616"/>
                </a:solidFill>
              </a:rPr>
              <a:t>&amp;</a:t>
            </a:r>
            <a:r>
              <a:rPr dirty="0" spc="-180">
                <a:solidFill>
                  <a:srgbClr val="161616"/>
                </a:solidFill>
              </a:rPr>
              <a:t> </a:t>
            </a:r>
            <a:r>
              <a:rPr dirty="0" spc="50">
                <a:solidFill>
                  <a:srgbClr val="000000"/>
                </a:solidFill>
              </a:rPr>
              <a:t>Core</a:t>
            </a:r>
            <a:r>
              <a:rPr dirty="0" spc="4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F0F0F"/>
                </a:solidFill>
              </a:rPr>
              <a:t>Logic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46029" y="3425334"/>
            <a:ext cx="2868930" cy="163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1275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0F0F0F"/>
                </a:solidFill>
                <a:latin typeface="Arial MT"/>
                <a:cs typeface="Arial MT"/>
              </a:rPr>
              <a:t>Voting</a:t>
            </a:r>
            <a:r>
              <a:rPr dirty="0" sz="1550" spc="-8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61616"/>
                </a:solidFill>
                <a:latin typeface="Arial MT"/>
                <a:cs typeface="Arial MT"/>
              </a:rPr>
              <a:t>workflow</a:t>
            </a:r>
            <a:r>
              <a:rPr dirty="0" sz="1550" spc="-9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51515"/>
                </a:solidFill>
                <a:latin typeface="Arial MT"/>
                <a:cs typeface="Arial MT"/>
              </a:rPr>
              <a:t>steps</a:t>
            </a:r>
            <a:endParaRPr sz="1550">
              <a:latin typeface="Arial MT"/>
              <a:cs typeface="Arial MT"/>
            </a:endParaRPr>
          </a:p>
          <a:p>
            <a:pPr algn="ctr" marL="12700" marR="5080">
              <a:lnSpc>
                <a:spcPct val="117000"/>
              </a:lnSpc>
              <a:spcBef>
                <a:spcPts val="1005"/>
              </a:spcBef>
            </a:pPr>
            <a:r>
              <a:rPr dirty="0" sz="1100" spc="20">
                <a:solidFill>
                  <a:srgbClr val="67608C"/>
                </a:solidFill>
                <a:latin typeface="Calibri"/>
                <a:cs typeface="Calibri"/>
              </a:rPr>
              <a:t>Initiulize</a:t>
            </a:r>
            <a:r>
              <a:rPr dirty="0" sz="1100" spc="204">
                <a:solidFill>
                  <a:srgbClr val="67608C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74729A"/>
                </a:solidFill>
                <a:latin typeface="Calibri"/>
                <a:cs typeface="Calibri"/>
              </a:rPr>
              <a:t>cninÓiÓotes</a:t>
            </a:r>
            <a:r>
              <a:rPr dirty="0" sz="1100" spc="204">
                <a:solidFill>
                  <a:srgbClr val="74729A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3B3D69"/>
                </a:solidFill>
                <a:latin typeface="Calibri"/>
                <a:cs typeface="Calibri"/>
              </a:rPr>
              <a:t>uno</a:t>
            </a:r>
            <a:r>
              <a:rPr dirty="0" sz="1100" spc="455">
                <a:solidFill>
                  <a:srgbClr val="3B3D69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7275A0"/>
                </a:solidFill>
                <a:latin typeface="Calibri"/>
                <a:cs typeface="Calibri"/>
              </a:rPr>
              <a:t>cloto</a:t>
            </a:r>
            <a:r>
              <a:rPr dirty="0" sz="1100" spc="204">
                <a:solidFill>
                  <a:srgbClr val="7275A0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8087B1"/>
                </a:solidFill>
                <a:latin typeface="Calibri"/>
                <a:cs typeface="Calibri"/>
              </a:rPr>
              <a:t>sti</a:t>
            </a:r>
            <a:r>
              <a:rPr dirty="0" sz="1100" spc="-75">
                <a:solidFill>
                  <a:srgbClr val="8087B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808CB3"/>
                </a:solidFill>
                <a:latin typeface="Calibri"/>
                <a:cs typeface="Calibri"/>
              </a:rPr>
              <a:t>Lectures, </a:t>
            </a:r>
            <a:r>
              <a:rPr dirty="0" sz="1200" spc="50">
                <a:solidFill>
                  <a:srgbClr val="77759E"/>
                </a:solidFill>
                <a:latin typeface="Calibri"/>
                <a:cs typeface="Calibri"/>
              </a:rPr>
              <a:t>present</a:t>
            </a:r>
            <a:r>
              <a:rPr dirty="0" sz="1200" spc="165">
                <a:solidFill>
                  <a:srgbClr val="77759E"/>
                </a:solidFill>
                <a:latin typeface="Calibri"/>
                <a:cs typeface="Calibri"/>
              </a:rPr>
              <a:t> </a:t>
            </a:r>
            <a:r>
              <a:rPr dirty="0" sz="1200" spc="85">
                <a:solidFill>
                  <a:srgbClr val="60648E"/>
                </a:solidFill>
                <a:latin typeface="Calibri"/>
                <a:cs typeface="Calibri"/>
              </a:rPr>
              <a:t>menu</a:t>
            </a:r>
            <a:r>
              <a:rPr dirty="0" sz="1200" spc="110">
                <a:solidFill>
                  <a:srgbClr val="60648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5E8C"/>
                </a:solidFill>
                <a:latin typeface="Calibri"/>
                <a:cs typeface="Calibri"/>
              </a:rPr>
              <a:t>options,</a:t>
            </a:r>
            <a:r>
              <a:rPr dirty="0" sz="1200" spc="120">
                <a:solidFill>
                  <a:srgbClr val="5B5E8C"/>
                </a:solidFill>
                <a:latin typeface="Calibri"/>
                <a:cs typeface="Calibri"/>
              </a:rPr>
              <a:t> </a:t>
            </a:r>
            <a:r>
              <a:rPr dirty="0" sz="1200" spc="75">
                <a:solidFill>
                  <a:srgbClr val="626993"/>
                </a:solidFill>
                <a:latin typeface="Calibri"/>
                <a:cs typeface="Calibri"/>
              </a:rPr>
              <a:t>capture</a:t>
            </a:r>
            <a:r>
              <a:rPr dirty="0" sz="1200" spc="135">
                <a:solidFill>
                  <a:srgbClr val="626993"/>
                </a:solidFill>
                <a:latin typeface="Calibri"/>
                <a:cs typeface="Calibri"/>
              </a:rPr>
              <a:t> </a:t>
            </a:r>
            <a:r>
              <a:rPr dirty="0" sz="1200" spc="60">
                <a:solidFill>
                  <a:srgbClr val="46527C"/>
                </a:solidFill>
                <a:latin typeface="Calibri"/>
                <a:cs typeface="Calibri"/>
              </a:rPr>
              <a:t>and </a:t>
            </a:r>
            <a:r>
              <a:rPr dirty="0" sz="1150" spc="75">
                <a:solidFill>
                  <a:srgbClr val="504D79"/>
                </a:solidFill>
                <a:latin typeface="Calibri"/>
                <a:cs typeface="Calibri"/>
              </a:rPr>
              <a:t>validote</a:t>
            </a:r>
            <a:r>
              <a:rPr dirty="0" sz="1150" spc="120">
                <a:solidFill>
                  <a:srgbClr val="504D79"/>
                </a:solidFill>
                <a:latin typeface="Calibri"/>
                <a:cs typeface="Calibri"/>
              </a:rPr>
              <a:t> </a:t>
            </a:r>
            <a:r>
              <a:rPr dirty="0" sz="1150" spc="75">
                <a:solidFill>
                  <a:srgbClr val="46496E"/>
                </a:solidFill>
                <a:latin typeface="Calibri"/>
                <a:cs typeface="Calibri"/>
              </a:rPr>
              <a:t>uníque</a:t>
            </a:r>
            <a:r>
              <a:rPr dirty="0" sz="1150" spc="195">
                <a:solidFill>
                  <a:srgbClr val="46496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D5277"/>
                </a:solidFill>
                <a:latin typeface="Calibri"/>
                <a:cs typeface="Calibri"/>
              </a:rPr>
              <a:t>voter</a:t>
            </a:r>
            <a:r>
              <a:rPr dirty="0" sz="1150" spc="195">
                <a:solidFill>
                  <a:srgbClr val="4D5277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8285B1"/>
                </a:solidFill>
                <a:latin typeface="Calibri"/>
                <a:cs typeface="Calibri"/>
              </a:rPr>
              <a:t>IDs,</a:t>
            </a:r>
            <a:r>
              <a:rPr dirty="0" sz="1150" spc="40">
                <a:solidFill>
                  <a:srgbClr val="8285B1"/>
                </a:solidFill>
                <a:latin typeface="Calibri"/>
                <a:cs typeface="Calibri"/>
              </a:rPr>
              <a:t> </a:t>
            </a:r>
            <a:r>
              <a:rPr dirty="0" sz="1150" spc="60">
                <a:solidFill>
                  <a:srgbClr val="343A69"/>
                </a:solidFill>
                <a:latin typeface="Calibri"/>
                <a:cs typeface="Calibri"/>
              </a:rPr>
              <a:t>captLire</a:t>
            </a:r>
            <a:r>
              <a:rPr dirty="0" sz="1150" spc="130">
                <a:solidFill>
                  <a:srgbClr val="343A69"/>
                </a:solidFill>
                <a:latin typeface="Calibri"/>
                <a:cs typeface="Calibri"/>
              </a:rPr>
              <a:t> </a:t>
            </a:r>
            <a:r>
              <a:rPr dirty="0" sz="1150" spc="55">
                <a:solidFill>
                  <a:srgbClr val="3D4B77"/>
                </a:solidFill>
                <a:latin typeface="Calibri"/>
                <a:cs typeface="Calibri"/>
              </a:rPr>
              <a:t>and </a:t>
            </a:r>
            <a:r>
              <a:rPr dirty="0" sz="1200">
                <a:solidFill>
                  <a:srgbClr val="5D5B83"/>
                </a:solidFill>
                <a:latin typeface="Calibri"/>
                <a:cs typeface="Calibri"/>
              </a:rPr>
              <a:t>volidate</a:t>
            </a:r>
            <a:r>
              <a:rPr dirty="0" sz="1200" spc="275">
                <a:solidFill>
                  <a:srgbClr val="5D5B83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676993"/>
                </a:solidFill>
                <a:latin typeface="Calibri"/>
                <a:cs typeface="Calibri"/>
              </a:rPr>
              <a:t>condidote</a:t>
            </a:r>
            <a:r>
              <a:rPr dirty="0" sz="1200" spc="225">
                <a:solidFill>
                  <a:srgbClr val="676993"/>
                </a:solidFill>
                <a:latin typeface="Calibri"/>
                <a:cs typeface="Calibri"/>
              </a:rPr>
              <a:t> </a:t>
            </a:r>
            <a:r>
              <a:rPr dirty="0" sz="1200" spc="55">
                <a:solidFill>
                  <a:srgbClr val="6B6E9A"/>
                </a:solidFill>
                <a:latin typeface="Calibri"/>
                <a:cs typeface="Calibri"/>
              </a:rPr>
              <a:t>cnoíces,</a:t>
            </a:r>
            <a:r>
              <a:rPr dirty="0" sz="1200" spc="160">
                <a:solidFill>
                  <a:srgbClr val="6B6E9A"/>
                </a:solidFill>
                <a:latin typeface="Calibri"/>
                <a:cs typeface="Calibri"/>
              </a:rPr>
              <a:t> </a:t>
            </a:r>
            <a:r>
              <a:rPr dirty="0" sz="1200" spc="50">
                <a:solidFill>
                  <a:srgbClr val="546285"/>
                </a:solidFill>
                <a:latin typeface="Calibri"/>
                <a:cs typeface="Calibri"/>
              </a:rPr>
              <a:t>tnen</a:t>
            </a:r>
            <a:r>
              <a:rPr dirty="0" sz="1200" spc="110">
                <a:solidFill>
                  <a:srgbClr val="54628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4668C"/>
                </a:solidFill>
                <a:latin typeface="Calibri"/>
                <a:cs typeface="Calibri"/>
              </a:rPr>
              <a:t>invoke </a:t>
            </a:r>
            <a:r>
              <a:rPr dirty="0" sz="1200">
                <a:solidFill>
                  <a:srgbClr val="54527E"/>
                </a:solidFill>
                <a:latin typeface="Calibri"/>
                <a:cs typeface="Calibri"/>
              </a:rPr>
              <a:t>vote</a:t>
            </a:r>
            <a:r>
              <a:rPr dirty="0" sz="1200" spc="75">
                <a:solidFill>
                  <a:srgbClr val="54527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45780"/>
                </a:solidFill>
                <a:latin typeface="Calibri"/>
                <a:cs typeface="Calibri"/>
              </a:rPr>
              <a:t>metlaod</a:t>
            </a:r>
            <a:r>
              <a:rPr dirty="0" sz="1200" spc="140">
                <a:solidFill>
                  <a:srgbClr val="54578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B4F79"/>
                </a:solidFill>
                <a:latin typeface="Calibri"/>
                <a:cs typeface="Calibri"/>
              </a:rPr>
              <a:t>to</a:t>
            </a:r>
            <a:r>
              <a:rPr dirty="0" sz="1200" spc="25">
                <a:solidFill>
                  <a:srgbClr val="4B4F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7C7EAC"/>
                </a:solidFill>
                <a:latin typeface="Calibri"/>
                <a:cs typeface="Calibri"/>
              </a:rPr>
              <a:t>in</a:t>
            </a:r>
            <a:r>
              <a:rPr dirty="0" sz="1200" spc="145">
                <a:solidFill>
                  <a:srgbClr val="7C7EAC"/>
                </a:solidFill>
                <a:latin typeface="Calibri"/>
                <a:cs typeface="Calibri"/>
              </a:rPr>
              <a:t>  </a:t>
            </a:r>
            <a:r>
              <a:rPr dirty="0" sz="1200" spc="-40">
                <a:solidFill>
                  <a:srgbClr val="7C7EAC"/>
                </a:solidFill>
                <a:latin typeface="Calibri"/>
                <a:cs typeface="Calibri"/>
              </a:rPr>
              <a:t>i”eiment</a:t>
            </a:r>
            <a:r>
              <a:rPr dirty="0" sz="1200" spc="245">
                <a:solidFill>
                  <a:srgbClr val="7C7EA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9507E"/>
                </a:solidFill>
                <a:latin typeface="Calibri"/>
                <a:cs typeface="Calibri"/>
              </a:rPr>
              <a:t>selectecl </a:t>
            </a:r>
            <a:r>
              <a:rPr dirty="0" sz="1150" spc="95">
                <a:solidFill>
                  <a:srgbClr val="7C80A1"/>
                </a:solidFill>
                <a:latin typeface="Calibri"/>
                <a:cs typeface="Calibri"/>
              </a:rPr>
              <a:t>candidate's</a:t>
            </a:r>
            <a:r>
              <a:rPr dirty="0" sz="1150" spc="130">
                <a:solidFill>
                  <a:srgbClr val="7C80A1"/>
                </a:solidFill>
                <a:latin typeface="Calibri"/>
                <a:cs typeface="Calibri"/>
              </a:rPr>
              <a:t> </a:t>
            </a:r>
            <a:r>
              <a:rPr dirty="0" sz="1150" spc="55">
                <a:solidFill>
                  <a:srgbClr val="495275"/>
                </a:solidFill>
                <a:latin typeface="Calibri"/>
                <a:cs typeface="Calibri"/>
              </a:rPr>
              <a:t>count.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05669" y="3399926"/>
            <a:ext cx="2807335" cy="145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1910">
              <a:lnSpc>
                <a:spcPct val="100000"/>
              </a:lnSpc>
              <a:spcBef>
                <a:spcPts val="100"/>
              </a:spcBef>
            </a:pPr>
            <a:r>
              <a:rPr dirty="0" sz="1750" spc="-65">
                <a:solidFill>
                  <a:srgbClr val="151515"/>
                </a:solidFill>
                <a:latin typeface="Calibri"/>
                <a:cs typeface="Calibri"/>
              </a:rPr>
              <a:t>Result</a:t>
            </a:r>
            <a:r>
              <a:rPr dirty="0" sz="175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50" spc="-40">
                <a:solidFill>
                  <a:srgbClr val="161616"/>
                </a:solidFill>
                <a:latin typeface="Calibri"/>
                <a:cs typeface="Calibri"/>
              </a:rPr>
              <a:t>computotion</a:t>
            </a:r>
            <a:r>
              <a:rPr dirty="0" sz="1750" spc="13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181818"/>
                </a:solidFill>
                <a:latin typeface="Calibri"/>
                <a:cs typeface="Calibri"/>
              </a:rPr>
              <a:t>and</a:t>
            </a:r>
            <a:r>
              <a:rPr dirty="0" sz="1750" spc="-6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0E0E0E"/>
                </a:solidFill>
                <a:latin typeface="Calibri"/>
                <a:cs typeface="Calibri"/>
              </a:rPr>
              <a:t>output</a:t>
            </a:r>
            <a:endParaRPr sz="1750">
              <a:latin typeface="Calibri"/>
              <a:cs typeface="Calibri"/>
            </a:endParaRPr>
          </a:p>
          <a:p>
            <a:pPr algn="ctr" marL="12700" marR="6350" indent="1270">
              <a:lnSpc>
                <a:spcPct val="107600"/>
              </a:lnSpc>
              <a:spcBef>
                <a:spcPts val="1035"/>
              </a:spcBef>
            </a:pPr>
            <a:r>
              <a:rPr dirty="0" sz="1150" spc="50">
                <a:solidFill>
                  <a:srgbClr val="314979"/>
                </a:solidFill>
                <a:latin typeface="Calibri"/>
                <a:cs typeface="Calibri"/>
              </a:rPr>
              <a:t>Persist</a:t>
            </a:r>
            <a:r>
              <a:rPr dirty="0" sz="1150" spc="170">
                <a:solidFill>
                  <a:srgbClr val="31497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86290"/>
                </a:solidFill>
                <a:latin typeface="Calibri"/>
                <a:cs typeface="Calibri"/>
              </a:rPr>
              <a:t>voter</a:t>
            </a:r>
            <a:r>
              <a:rPr dirty="0" sz="1150" spc="160">
                <a:solidFill>
                  <a:srgbClr val="48629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26091"/>
                </a:solidFill>
                <a:latin typeface="Calibri"/>
                <a:cs typeface="Calibri"/>
              </a:rPr>
              <a:t>IDs,</a:t>
            </a:r>
            <a:r>
              <a:rPr dirty="0" sz="1150" spc="10">
                <a:solidFill>
                  <a:srgbClr val="426091"/>
                </a:solidFill>
                <a:latin typeface="Calibri"/>
                <a:cs typeface="Calibri"/>
              </a:rPr>
              <a:t> </a:t>
            </a:r>
            <a:r>
              <a:rPr dirty="0" sz="1150" spc="90">
                <a:solidFill>
                  <a:srgbClr val="334F72"/>
                </a:solidFill>
                <a:latin typeface="Calibri"/>
                <a:cs typeface="Calibri"/>
              </a:rPr>
              <a:t>look</a:t>
            </a:r>
            <a:r>
              <a:rPr dirty="0" sz="1150" spc="210">
                <a:solidFill>
                  <a:srgbClr val="334F72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E79A5"/>
                </a:solidFill>
                <a:latin typeface="Calibri"/>
                <a:cs typeface="Calibri"/>
              </a:rPr>
              <a:t>for</a:t>
            </a:r>
            <a:r>
              <a:rPr dirty="0" sz="1150" spc="135">
                <a:solidFill>
                  <a:srgbClr val="5E79A5"/>
                </a:solidFill>
                <a:latin typeface="Calibri"/>
                <a:cs typeface="Calibri"/>
              </a:rPr>
              <a:t> </a:t>
            </a:r>
            <a:r>
              <a:rPr dirty="0" sz="1150" spc="65">
                <a:solidFill>
                  <a:srgbClr val="233F67"/>
                </a:solidFill>
                <a:latin typeface="Calibri"/>
                <a:cs typeface="Calibri"/>
              </a:rPr>
              <a:t>additional </a:t>
            </a:r>
            <a:r>
              <a:rPr dirty="0" sz="1300">
                <a:solidFill>
                  <a:srgbClr val="49628A"/>
                </a:solidFill>
                <a:latin typeface="Calibri"/>
                <a:cs typeface="Calibri"/>
              </a:rPr>
              <a:t>operations,</a:t>
            </a:r>
            <a:r>
              <a:rPr dirty="0" sz="1300" spc="145">
                <a:solidFill>
                  <a:srgbClr val="49628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F6790"/>
                </a:solidFill>
                <a:latin typeface="Calibri"/>
                <a:cs typeface="Calibri"/>
              </a:rPr>
              <a:t>on</a:t>
            </a:r>
            <a:r>
              <a:rPr dirty="0" sz="1300" spc="90">
                <a:solidFill>
                  <a:srgbClr val="4F679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D567E"/>
                </a:solidFill>
                <a:latin typeface="Calibri"/>
                <a:cs typeface="Calibri"/>
              </a:rPr>
              <a:t>demand</a:t>
            </a:r>
            <a:r>
              <a:rPr dirty="0" sz="1300" spc="135">
                <a:solidFill>
                  <a:srgbClr val="3D567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86490"/>
                </a:solidFill>
                <a:latin typeface="Calibri"/>
                <a:cs typeface="Calibri"/>
              </a:rPr>
              <a:t>compute</a:t>
            </a:r>
            <a:r>
              <a:rPr dirty="0" sz="1300" spc="225">
                <a:solidFill>
                  <a:srgbClr val="48649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B5B82"/>
                </a:solidFill>
                <a:latin typeface="Calibri"/>
                <a:cs typeface="Calibri"/>
              </a:rPr>
              <a:t>total </a:t>
            </a:r>
            <a:r>
              <a:rPr dirty="0" sz="1350" spc="-30">
                <a:solidFill>
                  <a:srgbClr val="465D87"/>
                </a:solidFill>
                <a:latin typeface="Calibri"/>
                <a:cs typeface="Calibri"/>
              </a:rPr>
              <a:t>votes,</a:t>
            </a:r>
            <a:r>
              <a:rPr dirty="0" sz="1350" spc="5">
                <a:solidFill>
                  <a:srgbClr val="465D8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D4872"/>
                </a:solidFill>
                <a:latin typeface="Calibri"/>
                <a:cs typeface="Calibri"/>
              </a:rPr>
              <a:t>determine</a:t>
            </a:r>
            <a:r>
              <a:rPr dirty="0" sz="1350" spc="50">
                <a:solidFill>
                  <a:srgbClr val="2D4872"/>
                </a:solidFill>
                <a:latin typeface="Calibri"/>
                <a:cs typeface="Calibri"/>
              </a:rPr>
              <a:t> </a:t>
            </a:r>
            <a:r>
              <a:rPr dirty="0" sz="1350" spc="-45">
                <a:solidFill>
                  <a:srgbClr val="2F4B75"/>
                </a:solidFill>
                <a:latin typeface="Calibri"/>
                <a:cs typeface="Calibri"/>
              </a:rPr>
              <a:t>winner</a:t>
            </a:r>
            <a:r>
              <a:rPr dirty="0" sz="1350" spc="45">
                <a:solidFill>
                  <a:srgbClr val="2F4B7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4547C"/>
                </a:solidFill>
                <a:latin typeface="Calibri"/>
                <a:cs typeface="Calibri"/>
              </a:rPr>
              <a:t>based</a:t>
            </a:r>
            <a:r>
              <a:rPr dirty="0" sz="1350" spc="-15">
                <a:solidFill>
                  <a:srgbClr val="34547C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244F67"/>
                </a:solidFill>
                <a:latin typeface="Calibri"/>
                <a:cs typeface="Calibri"/>
              </a:rPr>
              <a:t>on </a:t>
            </a:r>
            <a:r>
              <a:rPr dirty="0" sz="1300">
                <a:solidFill>
                  <a:srgbClr val="4B6791"/>
                </a:solidFill>
                <a:latin typeface="Calibri"/>
                <a:cs typeface="Calibri"/>
              </a:rPr>
              <a:t>maximum</a:t>
            </a:r>
            <a:r>
              <a:rPr dirty="0" sz="1300" spc="165">
                <a:solidFill>
                  <a:srgbClr val="4B679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07CA3"/>
                </a:solidFill>
                <a:latin typeface="Calibri"/>
                <a:cs typeface="Calibri"/>
              </a:rPr>
              <a:t>count,</a:t>
            </a:r>
            <a:r>
              <a:rPr dirty="0" sz="1300" spc="15">
                <a:solidFill>
                  <a:srgbClr val="607CA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628A"/>
                </a:solidFill>
                <a:latin typeface="Calibri"/>
                <a:cs typeface="Calibri"/>
              </a:rPr>
              <a:t>and</a:t>
            </a:r>
            <a:r>
              <a:rPr dirty="0" sz="1300" spc="300">
                <a:solidFill>
                  <a:srgbClr val="49628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26082"/>
                </a:solidFill>
                <a:latin typeface="Calibri"/>
                <a:cs typeface="Calibri"/>
              </a:rPr>
              <a:t>display</a:t>
            </a:r>
            <a:r>
              <a:rPr dirty="0" sz="1300" spc="245">
                <a:solidFill>
                  <a:srgbClr val="42608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34F77"/>
                </a:solidFill>
                <a:latin typeface="Calibri"/>
                <a:cs typeface="Calibri"/>
              </a:rPr>
              <a:t>formatted </a:t>
            </a:r>
            <a:r>
              <a:rPr dirty="0" sz="1200">
                <a:solidFill>
                  <a:srgbClr val="3B547C"/>
                </a:solidFill>
                <a:latin typeface="Calibri"/>
                <a:cs typeface="Calibri"/>
              </a:rPr>
              <a:t>voting</a:t>
            </a:r>
            <a:r>
              <a:rPr dirty="0" sz="1200" spc="280">
                <a:solidFill>
                  <a:srgbClr val="3B547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F567E"/>
                </a:solidFill>
                <a:latin typeface="Calibri"/>
                <a:cs typeface="Calibri"/>
              </a:rPr>
              <a:t>iescilts</a:t>
            </a:r>
            <a:r>
              <a:rPr dirty="0" sz="1200" spc="170">
                <a:solidFill>
                  <a:srgbClr val="3F567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3B62"/>
                </a:solidFill>
                <a:latin typeface="Calibri"/>
                <a:cs typeface="Calibri"/>
              </a:rPr>
              <a:t>cincl</a:t>
            </a:r>
            <a:r>
              <a:rPr dirty="0" sz="1200" spc="185">
                <a:solidFill>
                  <a:srgbClr val="1F3B6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D5B82"/>
                </a:solidFill>
                <a:latin typeface="Calibri"/>
                <a:cs typeface="Calibri"/>
              </a:rPr>
              <a:t>winner</a:t>
            </a:r>
            <a:r>
              <a:rPr dirty="0" sz="1200" spc="250">
                <a:solidFill>
                  <a:srgbClr val="3D5B8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D83B3"/>
                </a:solidFill>
                <a:latin typeface="Calibri"/>
                <a:cs typeface="Calibri"/>
              </a:rPr>
              <a:t>infornJcitiors.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91723" y="2996442"/>
            <a:ext cx="358267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75">
              <a:lnSpc>
                <a:spcPct val="114300"/>
              </a:lnSpc>
              <a:spcBef>
                <a:spcPts val="100"/>
              </a:spcBef>
            </a:pPr>
            <a:r>
              <a:rPr dirty="0" sz="1050" spc="-3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050" spc="1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46464"/>
                </a:solidFill>
                <a:latin typeface="Arial MT"/>
                <a:cs typeface="Arial MT"/>
              </a:rPr>
              <a:t>system</a:t>
            </a:r>
            <a:r>
              <a:rPr dirty="0" sz="1050" spc="95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F4F4F"/>
                </a:solidFill>
                <a:latin typeface="Arial MT"/>
                <a:cs typeface="Arial MT"/>
              </a:rPr>
              <a:t>manages</a:t>
            </a:r>
            <a:r>
              <a:rPr dirty="0" sz="1050" spc="1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95959"/>
                </a:solidFill>
                <a:latin typeface="Arial MT"/>
                <a:cs typeface="Arial MT"/>
              </a:rPr>
              <a:t>canoidates</a:t>
            </a:r>
            <a:r>
              <a:rPr dirty="0" sz="1050" spc="1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B5B5B"/>
                </a:solidFill>
                <a:latin typeface="Arial MT"/>
                <a:cs typeface="Arial MT"/>
              </a:rPr>
              <a:t>and</a:t>
            </a:r>
            <a:r>
              <a:rPr dirty="0" sz="1050" spc="114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06060"/>
                </a:solidFill>
                <a:latin typeface="Arial MT"/>
                <a:cs typeface="Arial MT"/>
              </a:rPr>
              <a:t>voters</a:t>
            </a:r>
            <a:r>
              <a:rPr dirty="0" sz="1050" spc="4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B5B5B"/>
                </a:solidFill>
                <a:latin typeface="Arial MT"/>
                <a:cs typeface="Arial MT"/>
              </a:rPr>
              <a:t>using</a:t>
            </a:r>
            <a:r>
              <a:rPr dirty="0" sz="1050" spc="7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B5B5B"/>
                </a:solidFill>
                <a:latin typeface="Arial MT"/>
                <a:cs typeface="Arial MT"/>
              </a:rPr>
              <a:t>unique </a:t>
            </a:r>
            <a:r>
              <a:rPr dirty="0" sz="1050" spc="-70">
                <a:solidFill>
                  <a:srgbClr val="5B5B5B"/>
                </a:solidFill>
                <a:latin typeface="Arial MT"/>
                <a:cs typeface="Arial MT"/>
              </a:rPr>
              <a:t>IDs,</a:t>
            </a:r>
            <a:r>
              <a:rPr dirty="0" sz="105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65656"/>
                </a:solidFill>
                <a:latin typeface="Arial MT"/>
                <a:cs typeface="Arial MT"/>
              </a:rPr>
              <a:t>ensuring</a:t>
            </a:r>
            <a:r>
              <a:rPr dirty="0" sz="1050" spc="10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E5E5E"/>
                </a:solidFill>
                <a:latin typeface="Arial MT"/>
                <a:cs typeface="Arial MT"/>
              </a:rPr>
              <a:t>each</a:t>
            </a:r>
            <a:r>
              <a:rPr dirty="0" sz="1050" spc="2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D3D3D"/>
                </a:solidFill>
                <a:latin typeface="Arial MT"/>
                <a:cs typeface="Arial MT"/>
              </a:rPr>
              <a:t>Dallot</a:t>
            </a:r>
            <a:r>
              <a:rPr dirty="0" sz="1050" spc="4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65656"/>
                </a:solidFill>
                <a:latin typeface="Arial MT"/>
                <a:cs typeface="Arial MT"/>
              </a:rPr>
              <a:t>is</a:t>
            </a:r>
            <a:r>
              <a:rPr dirty="0" sz="1050" spc="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65656"/>
                </a:solidFill>
                <a:latin typeface="Arial MT"/>
                <a:cs typeface="Arial MT"/>
              </a:rPr>
              <a:t>counted</a:t>
            </a:r>
            <a:r>
              <a:rPr dirty="0" sz="1050" spc="7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F4F4F"/>
                </a:solidFill>
                <a:latin typeface="Arial MT"/>
                <a:cs typeface="Arial MT"/>
              </a:rPr>
              <a:t>once.</a:t>
            </a:r>
            <a:r>
              <a:rPr dirty="0" sz="1050" spc="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45454"/>
                </a:solidFill>
                <a:latin typeface="Arial MT"/>
                <a:cs typeface="Arial MT"/>
              </a:rPr>
              <a:t>Duplicate</a:t>
            </a:r>
            <a:r>
              <a:rPr dirty="0" sz="1050" spc="114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45454"/>
                </a:solidFill>
                <a:latin typeface="Arial MT"/>
                <a:cs typeface="Arial MT"/>
              </a:rPr>
              <a:t>voting </a:t>
            </a:r>
            <a:r>
              <a:rPr dirty="0" sz="1050" spc="-30">
                <a:solidFill>
                  <a:srgbClr val="505050"/>
                </a:solidFill>
                <a:latin typeface="Arial MT"/>
                <a:cs typeface="Arial MT"/>
              </a:rPr>
              <a:t>is</a:t>
            </a:r>
            <a:r>
              <a:rPr dirty="0" sz="1050" spc="-3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B4B4B"/>
                </a:solidFill>
                <a:latin typeface="Arial MT"/>
                <a:cs typeface="Arial MT"/>
              </a:rPr>
              <a:t>blocked</a:t>
            </a:r>
            <a:r>
              <a:rPr dirty="0" sz="1050" spc="3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050" spc="7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F3F3F"/>
                </a:solidFill>
                <a:latin typeface="Arial MT"/>
                <a:cs typeface="Arial MT"/>
              </a:rPr>
              <a:t>voliaotion,</a:t>
            </a:r>
            <a:r>
              <a:rPr dirty="0" sz="1050" spc="6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B4B4B"/>
                </a:solidFill>
                <a:latin typeface="Arial MT"/>
                <a:cs typeface="Arial MT"/>
              </a:rPr>
              <a:t>while </a:t>
            </a:r>
            <a:r>
              <a:rPr dirty="0" sz="1050">
                <a:solidFill>
                  <a:srgbClr val="545454"/>
                </a:solidFill>
                <a:latin typeface="Arial MT"/>
                <a:cs typeface="Arial MT"/>
              </a:rPr>
              <a:t>results</a:t>
            </a:r>
            <a:r>
              <a:rPr dirty="0" sz="1050" spc="4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4F4F4F"/>
                </a:solidFill>
                <a:latin typeface="Arial MT"/>
                <a:cs typeface="Arial MT"/>
              </a:rPr>
              <a:t>cire</a:t>
            </a:r>
            <a:r>
              <a:rPr dirty="0" sz="1050" spc="6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4D4D4D"/>
                </a:solidFill>
                <a:latin typeface="Arial MT"/>
                <a:cs typeface="Arial MT"/>
              </a:rPr>
              <a:t>computed </a:t>
            </a:r>
            <a:r>
              <a:rPr dirty="0" sz="1050">
                <a:solidFill>
                  <a:srgbClr val="525252"/>
                </a:solidFill>
                <a:latin typeface="Arial MT"/>
                <a:cs typeface="Arial MT"/>
              </a:rPr>
              <a:t>transparently</a:t>
            </a:r>
            <a:r>
              <a:rPr dirty="0" sz="1050" spc="18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25252"/>
                </a:solidFill>
                <a:latin typeface="Arial MT"/>
                <a:cs typeface="Arial MT"/>
              </a:rPr>
              <a:t>and</a:t>
            </a:r>
            <a:r>
              <a:rPr dirty="0" sz="1050" spc="10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65656"/>
                </a:solidFill>
                <a:latin typeface="Arial MT"/>
                <a:cs typeface="Arial MT"/>
              </a:rPr>
              <a:t>stored</a:t>
            </a:r>
            <a:r>
              <a:rPr dirty="0" sz="1050" spc="7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65656"/>
                </a:solidFill>
                <a:latin typeface="Arial MT"/>
                <a:cs typeface="Arial MT"/>
              </a:rPr>
              <a:t>using</a:t>
            </a:r>
            <a:r>
              <a:rPr dirty="0" sz="1050" spc="12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65656"/>
                </a:solidFill>
                <a:latin typeface="Arial MT"/>
                <a:cs typeface="Arial MT"/>
              </a:rPr>
              <a:t>collections.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2898" y="4204350"/>
            <a:ext cx="17018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25">
                <a:solidFill>
                  <a:srgbClr val="424242"/>
                </a:solidFill>
                <a:latin typeface="Arial MT"/>
                <a:cs typeface="Arial MT"/>
              </a:rPr>
              <a:t>100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56471" y="4197998"/>
            <a:ext cx="1708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4F4F4F"/>
                </a:solidFill>
                <a:latin typeface="Arial MT"/>
                <a:cs typeface="Arial MT"/>
              </a:rPr>
              <a:t>100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4544" y="4008197"/>
            <a:ext cx="817244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65">
                <a:solidFill>
                  <a:srgbClr val="181818"/>
                </a:solidFill>
                <a:latin typeface="Arial MT"/>
                <a:cs typeface="Arial MT"/>
              </a:rPr>
              <a:t>Planned</a:t>
            </a:r>
            <a:r>
              <a:rPr dirty="0" sz="850" spc="6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850" spc="45">
                <a:solidFill>
                  <a:srgbClr val="1C1C1C"/>
                </a:solidFill>
                <a:latin typeface="Arial MT"/>
                <a:cs typeface="Arial MT"/>
              </a:rPr>
              <a:t>tension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4345" y="5045615"/>
            <a:ext cx="12065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343434"/>
                </a:solidFill>
                <a:latin typeface="Consolas"/>
                <a:cs typeface="Consolas"/>
              </a:rPr>
              <a:t>40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77742" y="4892658"/>
            <a:ext cx="11811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5">
                <a:solidFill>
                  <a:srgbClr val="313131"/>
                </a:solidFill>
                <a:latin typeface="Consolas"/>
                <a:cs typeface="Consolas"/>
              </a:rPr>
              <a:t>5O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0809" y="2995834"/>
            <a:ext cx="3669665" cy="69913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8890">
              <a:lnSpc>
                <a:spcPct val="120200"/>
              </a:lnSpc>
              <a:spcBef>
                <a:spcPts val="70"/>
              </a:spcBef>
            </a:pPr>
            <a:r>
              <a:rPr dirty="0" sz="900">
                <a:solidFill>
                  <a:srgbClr val="646464"/>
                </a:solidFill>
                <a:latin typeface="Arial MT"/>
                <a:cs typeface="Arial MT"/>
              </a:rPr>
              <a:t>A</a:t>
            </a:r>
            <a:r>
              <a:rPr dirty="0" sz="900" spc="12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545454"/>
                </a:solidFill>
                <a:latin typeface="Arial MT"/>
                <a:cs typeface="Arial MT"/>
              </a:rPr>
              <a:t>sample</a:t>
            </a:r>
            <a:r>
              <a:rPr dirty="0" sz="900" spc="6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424242"/>
                </a:solidFill>
                <a:latin typeface="Arial MT"/>
                <a:cs typeface="Arial MT"/>
              </a:rPr>
              <a:t>con</a:t>
            </a:r>
            <a:r>
              <a:rPr dirty="0" sz="900" spc="-8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6969"/>
                </a:solidFill>
                <a:latin typeface="Arial MT"/>
                <a:cs typeface="Arial MT"/>
              </a:rPr>
              <a:t>sole</a:t>
            </a:r>
            <a:r>
              <a:rPr dirty="0" sz="900" spc="12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65656"/>
                </a:solidFill>
                <a:latin typeface="Arial MT"/>
                <a:cs typeface="Arial MT"/>
              </a:rPr>
              <a:t>run</a:t>
            </a:r>
            <a:r>
              <a:rPr dirty="0" sz="900" spc="22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25252"/>
                </a:solidFill>
                <a:latin typeface="Arial MT"/>
                <a:cs typeface="Arial MT"/>
              </a:rPr>
              <a:t>shows</a:t>
            </a:r>
            <a:r>
              <a:rPr dirty="0" sz="900" spc="9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900" spc="60">
                <a:solidFill>
                  <a:srgbClr val="606060"/>
                </a:solidFill>
                <a:latin typeface="Arial MT"/>
                <a:cs typeface="Arial MT"/>
              </a:rPr>
              <a:t>welcome</a:t>
            </a:r>
            <a:r>
              <a:rPr dirty="0" sz="900" spc="15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B4B4B"/>
                </a:solidFill>
                <a:latin typeface="Arial MT"/>
                <a:cs typeface="Arial MT"/>
              </a:rPr>
              <a:t>text,</a:t>
            </a:r>
            <a:r>
              <a:rPr dirty="0" sz="900" spc="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900" spc="80">
                <a:solidFill>
                  <a:srgbClr val="5E5E5E"/>
                </a:solidFill>
                <a:latin typeface="Arial MT"/>
                <a:cs typeface="Arial MT"/>
              </a:rPr>
              <a:t>menu</a:t>
            </a:r>
            <a:r>
              <a:rPr dirty="0" sz="900" spc="7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45454"/>
                </a:solidFill>
                <a:latin typeface="Arial MT"/>
                <a:cs typeface="Arial MT"/>
              </a:rPr>
              <a:t>options,</a:t>
            </a:r>
            <a:r>
              <a:rPr dirty="0" sz="900" spc="11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5E5E5E"/>
                </a:solidFill>
                <a:latin typeface="Arial MT"/>
                <a:cs typeface="Arial MT"/>
              </a:rPr>
              <a:t>voting </a:t>
            </a:r>
            <a:r>
              <a:rPr dirty="0" sz="1000">
                <a:solidFill>
                  <a:srgbClr val="5D5D5D"/>
                </a:solidFill>
                <a:latin typeface="Arial MT"/>
                <a:cs typeface="Arial MT"/>
              </a:rPr>
              <a:t>prompts,</a:t>
            </a:r>
            <a:r>
              <a:rPr dirty="0" sz="1000" spc="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06060"/>
                </a:solidFill>
                <a:latin typeface="Arial MT"/>
                <a:cs typeface="Arial MT"/>
              </a:rPr>
              <a:t>and</a:t>
            </a:r>
            <a:r>
              <a:rPr dirty="0" sz="1000" spc="5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96969"/>
                </a:solidFill>
                <a:latin typeface="Arial MT"/>
                <a:cs typeface="Arial MT"/>
              </a:rPr>
              <a:t>success</a:t>
            </a:r>
            <a:r>
              <a:rPr dirty="0" sz="1000" spc="5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F4F4F"/>
                </a:solidFill>
                <a:latin typeface="Arial MT"/>
                <a:cs typeface="Arial MT"/>
              </a:rPr>
              <a:t>n</a:t>
            </a:r>
            <a:r>
              <a:rPr dirty="0" sz="1000" spc="12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solidFill>
                  <a:srgbClr val="4F4F4F"/>
                </a:solidFill>
                <a:latin typeface="Arial MT"/>
                <a:cs typeface="Arial MT"/>
              </a:rPr>
              <a:t>essciges.</a:t>
            </a:r>
            <a:r>
              <a:rPr dirty="0" sz="1000" spc="1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545454"/>
                </a:solidFill>
                <a:latin typeface="Arial MT"/>
                <a:cs typeface="Arial MT"/>
              </a:rPr>
              <a:t>Final</a:t>
            </a:r>
            <a:r>
              <a:rPr dirty="0" sz="1000" spc="4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06060"/>
                </a:solidFill>
                <a:latin typeface="Arial MT"/>
                <a:cs typeface="Arial MT"/>
              </a:rPr>
              <a:t>output</a:t>
            </a:r>
            <a:r>
              <a:rPr dirty="0" sz="1000" spc="1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65656"/>
                </a:solidFill>
                <a:latin typeface="Arial MT"/>
                <a:cs typeface="Arial MT"/>
              </a:rPr>
              <a:t>lists</a:t>
            </a:r>
            <a:r>
              <a:rPr dirty="0" sz="1000" spc="5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95959"/>
                </a:solidFill>
                <a:latin typeface="Arial MT"/>
                <a:cs typeface="Arial MT"/>
              </a:rPr>
              <a:t>ecich </a:t>
            </a:r>
            <a:r>
              <a:rPr dirty="0" sz="900" spc="60">
                <a:solidFill>
                  <a:srgbClr val="5B5B5B"/>
                </a:solidFill>
                <a:latin typeface="Arial MT"/>
                <a:cs typeface="Arial MT"/>
              </a:rPr>
              <a:t>candidate's</a:t>
            </a:r>
            <a:r>
              <a:rPr dirty="0" sz="900" spc="11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5B5B5B"/>
                </a:solidFill>
                <a:latin typeface="Arial MT"/>
                <a:cs typeface="Arial MT"/>
              </a:rPr>
              <a:t>votes,</a:t>
            </a:r>
            <a:r>
              <a:rPr dirty="0" sz="900" spc="5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525252"/>
                </a:solidFill>
                <a:latin typeface="Arial MT"/>
                <a:cs typeface="Arial MT"/>
              </a:rPr>
              <a:t>highlights</a:t>
            </a:r>
            <a:r>
              <a:rPr dirty="0" sz="900" spc="9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5D5D5D"/>
                </a:solidFill>
                <a:latin typeface="Arial MT"/>
                <a:cs typeface="Arial MT"/>
              </a:rPr>
              <a:t>the</a:t>
            </a:r>
            <a:r>
              <a:rPr dirty="0" sz="900" spc="6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505050"/>
                </a:solidFill>
                <a:latin typeface="Arial MT"/>
                <a:cs typeface="Arial MT"/>
              </a:rPr>
              <a:t>winner,</a:t>
            </a:r>
            <a:r>
              <a:rPr dirty="0" sz="900" spc="2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545454"/>
                </a:solidFill>
                <a:latin typeface="Arial MT"/>
                <a:cs typeface="Arial MT"/>
              </a:rPr>
              <a:t>and</a:t>
            </a:r>
            <a:r>
              <a:rPr dirty="0" sz="900" spc="24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545454"/>
                </a:solidFill>
                <a:latin typeface="Arial MT"/>
                <a:cs typeface="Arial MT"/>
              </a:rPr>
              <a:t>links</a:t>
            </a:r>
            <a:r>
              <a:rPr dirty="0" sz="900" spc="8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565656"/>
                </a:solidFill>
                <a:latin typeface="Arial MT"/>
                <a:cs typeface="Arial MT"/>
              </a:rPr>
              <a:t>lessons</a:t>
            </a:r>
            <a:r>
              <a:rPr dirty="0" sz="900" spc="9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424242"/>
                </a:solidFill>
                <a:latin typeface="Arial MT"/>
                <a:cs typeface="Arial MT"/>
              </a:rPr>
              <a:t>in</a:t>
            </a:r>
            <a:r>
              <a:rPr dirty="0" sz="900" spc="50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900" spc="-30">
                <a:solidFill>
                  <a:srgbClr val="4B4B4B"/>
                </a:solidFill>
                <a:latin typeface="Arial MT"/>
                <a:cs typeface="Arial MT"/>
              </a:rPr>
              <a:t>UOP,</a:t>
            </a:r>
            <a:r>
              <a:rPr dirty="0" sz="900" spc="10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900" spc="85">
                <a:solidFill>
                  <a:srgbClr val="646464"/>
                </a:solidFill>
                <a:latin typeface="Arial MT"/>
                <a:cs typeface="Arial MT"/>
              </a:rPr>
              <a:t>data</a:t>
            </a:r>
            <a:r>
              <a:rPr dirty="0" sz="900" spc="18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6969"/>
                </a:solidFill>
                <a:latin typeface="Arial MT"/>
                <a:cs typeface="Arial MT"/>
              </a:rPr>
              <a:t>structures,</a:t>
            </a:r>
            <a:r>
              <a:rPr dirty="0" sz="900" spc="11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900" spc="50">
                <a:solidFill>
                  <a:srgbClr val="5B5B5B"/>
                </a:solidFill>
                <a:latin typeface="Arial MT"/>
                <a:cs typeface="Arial MT"/>
              </a:rPr>
              <a:t>and</a:t>
            </a:r>
            <a:r>
              <a:rPr dirty="0" sz="900" spc="28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B5B5B"/>
                </a:solidFill>
                <a:latin typeface="Arial MT"/>
                <a:cs typeface="Arial MT"/>
              </a:rPr>
              <a:t>extensible</a:t>
            </a:r>
            <a:r>
              <a:rPr dirty="0" sz="900" spc="34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05050"/>
                </a:solidFill>
                <a:latin typeface="Arial MT"/>
                <a:cs typeface="Arial MT"/>
              </a:rPr>
              <a:t>system</a:t>
            </a:r>
            <a:r>
              <a:rPr dirty="0" sz="900" spc="28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96969"/>
                </a:solidFill>
                <a:latin typeface="Arial MT"/>
                <a:cs typeface="Arial MT"/>
              </a:rPr>
              <a:t>design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1185" y="4850481"/>
            <a:ext cx="11938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979797"/>
                </a:solidFill>
                <a:latin typeface="Consolas"/>
                <a:cs typeface="Consolas"/>
              </a:rPr>
              <a:t>30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2252" y="4594111"/>
            <a:ext cx="11557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40">
                <a:solidFill>
                  <a:srgbClr val="383838"/>
                </a:solidFill>
                <a:latin typeface="Arial MT"/>
                <a:cs typeface="Arial MT"/>
              </a:rPr>
              <a:t>35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29072" y="4036147"/>
            <a:ext cx="426084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4926B1"/>
                </a:solidFill>
                <a:latin typeface="Arial MT"/>
                <a:cs typeface="Arial MT"/>
              </a:rPr>
              <a:t>O</a:t>
            </a:r>
            <a:r>
              <a:rPr dirty="0" sz="750" spc="160">
                <a:solidFill>
                  <a:srgbClr val="4926B1"/>
                </a:solidFill>
                <a:latin typeface="Arial MT"/>
                <a:cs typeface="Arial MT"/>
              </a:rPr>
              <a:t>  </a:t>
            </a:r>
            <a:r>
              <a:rPr dirty="0" sz="750" spc="-10">
                <a:solidFill>
                  <a:srgbClr val="242424"/>
                </a:solidFill>
                <a:latin typeface="Arial MT"/>
                <a:cs typeface="Arial MT"/>
              </a:rPr>
              <a:t>Votes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2026-06-10T17:27:48Z</dcterms:created>
  <dcterms:modified xsi:type="dcterms:W3CDTF">2026-06-10T17:27:48Z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2026-06-10T00:00:00Z</vt:filetime>
  </property>
  <property fmtid="{D5CDD505-2E9C-101B-9397-08002B2CF9AE}" pid="4" name="LastSaved">
    <vt:filetime>2026-06-10T00:00:00Z</vt:filetime>
  </property>
  <property fmtid="{D5CDD505-2E9C-101B-9397-08002B2CF9AE}" pid="5" name="Producer">
    <vt:lpwstr>iLovePDF</vt:lpwstr>
  </property>
</Properties>
</file>